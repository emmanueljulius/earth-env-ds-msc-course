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57" r:id="rId4"/>
    <p:sldId id="272" r:id="rId5"/>
    <p:sldId id="273" r:id="rId6"/>
    <p:sldId id="266" r:id="rId7"/>
    <p:sldId id="274" r:id="rId8"/>
    <p:sldId id="275" r:id="rId9"/>
    <p:sldId id="267" r:id="rId10"/>
    <p:sldId id="268" r:id="rId11"/>
    <p:sldId id="271" r:id="rId12"/>
    <p:sldId id="26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2" autoAdjust="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Julius" userId="524aa7b1-1fb0-4b9e-a100-a8ce89081a97" providerId="ADAL" clId="{A5CBE8FB-2F28-4624-9E90-49FB729E732D}"/>
    <pc:docChg chg="custSel addSld delSld modSld">
      <pc:chgData name="Emmanuel Julius" userId="524aa7b1-1fb0-4b9e-a100-a8ce89081a97" providerId="ADAL" clId="{A5CBE8FB-2F28-4624-9E90-49FB729E732D}" dt="2026-02-23T02:47:40.840" v="236" actId="14100"/>
      <pc:docMkLst>
        <pc:docMk/>
      </pc:docMkLst>
      <pc:sldChg chg="modSp mod">
        <pc:chgData name="Emmanuel Julius" userId="524aa7b1-1fb0-4b9e-a100-a8ce89081a97" providerId="ADAL" clId="{A5CBE8FB-2F28-4624-9E90-49FB729E732D}" dt="2026-02-23T02:23:01.808" v="2" actId="5793"/>
        <pc:sldMkLst>
          <pc:docMk/>
          <pc:sldMk cId="0" sldId="257"/>
        </pc:sldMkLst>
        <pc:spChg chg="mod">
          <ac:chgData name="Emmanuel Julius" userId="524aa7b1-1fb0-4b9e-a100-a8ce89081a97" providerId="ADAL" clId="{A5CBE8FB-2F28-4624-9E90-49FB729E732D}" dt="2026-02-23T02:23:01.808" v="2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mmanuel Julius" userId="524aa7b1-1fb0-4b9e-a100-a8ce89081a97" providerId="ADAL" clId="{A5CBE8FB-2F28-4624-9E90-49FB729E732D}" dt="2026-02-23T02:43:59.620" v="198" actId="14100"/>
        <pc:sldMkLst>
          <pc:docMk/>
          <pc:sldMk cId="1184718" sldId="258"/>
        </pc:sldMkLst>
        <pc:spChg chg="mod">
          <ac:chgData name="Emmanuel Julius" userId="524aa7b1-1fb0-4b9e-a100-a8ce89081a97" providerId="ADAL" clId="{A5CBE8FB-2F28-4624-9E90-49FB729E732D}" dt="2026-02-23T02:43:59.620" v="198" actId="14100"/>
          <ac:spMkLst>
            <pc:docMk/>
            <pc:sldMk cId="1184718" sldId="258"/>
            <ac:spMk id="14339" creationId="{00000000-0000-0000-0000-000000000000}"/>
          </ac:spMkLst>
        </pc:spChg>
        <pc:picChg chg="mod">
          <ac:chgData name="Emmanuel Julius" userId="524aa7b1-1fb0-4b9e-a100-a8ce89081a97" providerId="ADAL" clId="{A5CBE8FB-2F28-4624-9E90-49FB729E732D}" dt="2026-02-23T02:43:26.078" v="197" actId="1076"/>
          <ac:picMkLst>
            <pc:docMk/>
            <pc:sldMk cId="1184718" sldId="258"/>
            <ac:picMk id="14337" creationId="{00000000-0000-0000-0000-000000000000}"/>
          </ac:picMkLst>
        </pc:picChg>
      </pc:sldChg>
      <pc:sldChg chg="modSp mod">
        <pc:chgData name="Emmanuel Julius" userId="524aa7b1-1fb0-4b9e-a100-a8ce89081a97" providerId="ADAL" clId="{A5CBE8FB-2F28-4624-9E90-49FB729E732D}" dt="2026-02-23T02:47:40.840" v="236" actId="14100"/>
        <pc:sldMkLst>
          <pc:docMk/>
          <pc:sldMk cId="1590302159" sldId="259"/>
        </pc:sldMkLst>
        <pc:spChg chg="mod">
          <ac:chgData name="Emmanuel Julius" userId="524aa7b1-1fb0-4b9e-a100-a8ce89081a97" providerId="ADAL" clId="{A5CBE8FB-2F28-4624-9E90-49FB729E732D}" dt="2026-02-23T02:24:17.045" v="3" actId="14100"/>
          <ac:spMkLst>
            <pc:docMk/>
            <pc:sldMk cId="1590302159" sldId="259"/>
            <ac:spMk id="2" creationId="{00000000-0000-0000-0000-000000000000}"/>
          </ac:spMkLst>
        </pc:spChg>
        <pc:spChg chg="mod">
          <ac:chgData name="Emmanuel Julius" userId="524aa7b1-1fb0-4b9e-a100-a8ce89081a97" providerId="ADAL" clId="{A5CBE8FB-2F28-4624-9E90-49FB729E732D}" dt="2026-02-23T02:47:40.840" v="236" actId="14100"/>
          <ac:spMkLst>
            <pc:docMk/>
            <pc:sldMk cId="1590302159" sldId="259"/>
            <ac:spMk id="3" creationId="{00000000-0000-0000-0000-000000000000}"/>
          </ac:spMkLst>
        </pc:spChg>
      </pc:sldChg>
      <pc:sldChg chg="del">
        <pc:chgData name="Emmanuel Julius" userId="524aa7b1-1fb0-4b9e-a100-a8ce89081a97" providerId="ADAL" clId="{A5CBE8FB-2F28-4624-9E90-49FB729E732D}" dt="2026-02-23T02:25:43.552" v="5" actId="2696"/>
        <pc:sldMkLst>
          <pc:docMk/>
          <pc:sldMk cId="4085805374" sldId="264"/>
        </pc:sldMkLst>
      </pc:sldChg>
      <pc:sldChg chg="modSp mod">
        <pc:chgData name="Emmanuel Julius" userId="524aa7b1-1fb0-4b9e-a100-a8ce89081a97" providerId="ADAL" clId="{A5CBE8FB-2F28-4624-9E90-49FB729E732D}" dt="2026-02-23T02:30:29.387" v="175" actId="1076"/>
        <pc:sldMkLst>
          <pc:docMk/>
          <pc:sldMk cId="2279192840" sldId="265"/>
        </pc:sldMkLst>
        <pc:spChg chg="mod">
          <ac:chgData name="Emmanuel Julius" userId="524aa7b1-1fb0-4b9e-a100-a8ce89081a97" providerId="ADAL" clId="{A5CBE8FB-2F28-4624-9E90-49FB729E732D}" dt="2026-02-23T02:27:43.289" v="43" actId="20577"/>
          <ac:spMkLst>
            <pc:docMk/>
            <pc:sldMk cId="2279192840" sldId="265"/>
            <ac:spMk id="2" creationId="{00000000-0000-0000-0000-000000000000}"/>
          </ac:spMkLst>
        </pc:spChg>
        <pc:spChg chg="mod">
          <ac:chgData name="Emmanuel Julius" userId="524aa7b1-1fb0-4b9e-a100-a8ce89081a97" providerId="ADAL" clId="{A5CBE8FB-2F28-4624-9E90-49FB729E732D}" dt="2026-02-23T02:30:29.387" v="175" actId="1076"/>
          <ac:spMkLst>
            <pc:docMk/>
            <pc:sldMk cId="2279192840" sldId="265"/>
            <ac:spMk id="3" creationId="{00000000-0000-0000-0000-000000000000}"/>
          </ac:spMkLst>
        </pc:spChg>
      </pc:sldChg>
      <pc:sldChg chg="modSp mod">
        <pc:chgData name="Emmanuel Julius" userId="524aa7b1-1fb0-4b9e-a100-a8ce89081a97" providerId="ADAL" clId="{A5CBE8FB-2F28-4624-9E90-49FB729E732D}" dt="2026-02-23T02:30:56.303" v="187" actId="20577"/>
        <pc:sldMkLst>
          <pc:docMk/>
          <pc:sldMk cId="1230863265" sldId="269"/>
        </pc:sldMkLst>
        <pc:spChg chg="mod">
          <ac:chgData name="Emmanuel Julius" userId="524aa7b1-1fb0-4b9e-a100-a8ce89081a97" providerId="ADAL" clId="{A5CBE8FB-2F28-4624-9E90-49FB729E732D}" dt="2026-02-23T02:30:56.303" v="187" actId="20577"/>
          <ac:spMkLst>
            <pc:docMk/>
            <pc:sldMk cId="1230863265" sldId="269"/>
            <ac:spMk id="2" creationId="{00000000-0000-0000-0000-000000000000}"/>
          </ac:spMkLst>
        </pc:spChg>
      </pc:sldChg>
      <pc:sldChg chg="modSp mod">
        <pc:chgData name="Emmanuel Julius" userId="524aa7b1-1fb0-4b9e-a100-a8ce89081a97" providerId="ADAL" clId="{A5CBE8FB-2F28-4624-9E90-49FB729E732D}" dt="2026-02-23T02:31:13.287" v="192" actId="20577"/>
        <pc:sldMkLst>
          <pc:docMk/>
          <pc:sldMk cId="515476939" sldId="270"/>
        </pc:sldMkLst>
        <pc:spChg chg="mod">
          <ac:chgData name="Emmanuel Julius" userId="524aa7b1-1fb0-4b9e-a100-a8ce89081a97" providerId="ADAL" clId="{A5CBE8FB-2F28-4624-9E90-49FB729E732D}" dt="2026-02-23T02:31:13.287" v="192" actId="20577"/>
          <ac:spMkLst>
            <pc:docMk/>
            <pc:sldMk cId="515476939" sldId="270"/>
            <ac:spMk id="2" creationId="{00000000-0000-0000-0000-000000000000}"/>
          </ac:spMkLst>
        </pc:spChg>
      </pc:sldChg>
      <pc:sldChg chg="modSp add mod">
        <pc:chgData name="Emmanuel Julius" userId="524aa7b1-1fb0-4b9e-a100-a8ce89081a97" providerId="ADAL" clId="{A5CBE8FB-2F28-4624-9E90-49FB729E732D}" dt="2026-02-23T02:30:42.833" v="181" actId="20577"/>
        <pc:sldMkLst>
          <pc:docMk/>
          <pc:sldMk cId="3661229397" sldId="271"/>
        </pc:sldMkLst>
        <pc:spChg chg="mod">
          <ac:chgData name="Emmanuel Julius" userId="524aa7b1-1fb0-4b9e-a100-a8ce89081a97" providerId="ADAL" clId="{A5CBE8FB-2F28-4624-9E90-49FB729E732D}" dt="2026-02-23T02:30:42.833" v="181" actId="20577"/>
          <ac:spMkLst>
            <pc:docMk/>
            <pc:sldMk cId="3661229397" sldId="271"/>
            <ac:spMk id="2" creationId="{00000000-0000-0000-0000-000000000000}"/>
          </ac:spMkLst>
        </pc:spChg>
      </pc:sldChg>
    </pc:docChg>
  </pc:docChgLst>
  <pc:docChgLst>
    <pc:chgData name="Emmanuel Julius" userId="524aa7b1-1fb0-4b9e-a100-a8ce89081a97" providerId="ADAL" clId="{D0150D4A-7258-465D-9E6C-C1FD8485770C}"/>
    <pc:docChg chg="undo custSel addSld delSld modSld modMainMaster">
      <pc:chgData name="Emmanuel Julius" userId="524aa7b1-1fb0-4b9e-a100-a8ce89081a97" providerId="ADAL" clId="{D0150D4A-7258-465D-9E6C-C1FD8485770C}" dt="2026-02-22T23:07:09.915" v="704" actId="2696"/>
      <pc:docMkLst>
        <pc:docMk/>
      </pc:docMkLst>
      <pc:sldChg chg="modSp mod">
        <pc:chgData name="Emmanuel Julius" userId="524aa7b1-1fb0-4b9e-a100-a8ce89081a97" providerId="ADAL" clId="{D0150D4A-7258-465D-9E6C-C1FD8485770C}" dt="2026-02-22T23:01:33.784" v="659" actId="14100"/>
        <pc:sldMkLst>
          <pc:docMk/>
          <pc:sldMk cId="0" sldId="257"/>
        </pc:sldMkLst>
        <pc:spChg chg="mod">
          <ac:chgData name="Emmanuel Julius" userId="524aa7b1-1fb0-4b9e-a100-a8ce89081a97" providerId="ADAL" clId="{D0150D4A-7258-465D-9E6C-C1FD8485770C}" dt="2026-02-22T23:01:07.177" v="653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0" sldId="257"/>
            <ac:spMk id="3" creationId="{00000000-0000-0000-0000-000000000000}"/>
          </ac:spMkLst>
        </pc:spChg>
        <pc:picChg chg="mod">
          <ac:chgData name="Emmanuel Julius" userId="524aa7b1-1fb0-4b9e-a100-a8ce89081a97" providerId="ADAL" clId="{D0150D4A-7258-465D-9E6C-C1FD8485770C}" dt="2026-02-22T23:01:28.656" v="657" actId="14100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3:01:23.249" v="655" actId="14100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3:01:33.784" v="659" actId="14100"/>
          <ac:picMkLst>
            <pc:docMk/>
            <pc:sldMk cId="0" sldId="257"/>
            <ac:picMk id="12" creationId="{00000000-0000-0000-0000-000000000000}"/>
          </ac:picMkLst>
        </pc:picChg>
      </pc:sldChg>
      <pc:sldChg chg="modSp mod">
        <pc:chgData name="Emmanuel Julius" userId="524aa7b1-1fb0-4b9e-a100-a8ce89081a97" providerId="ADAL" clId="{D0150D4A-7258-465D-9E6C-C1FD8485770C}" dt="2026-02-22T22:46:23.172" v="357" actId="20577"/>
        <pc:sldMkLst>
          <pc:docMk/>
          <pc:sldMk cId="1184718" sldId="258"/>
        </pc:sldMkLst>
        <pc:spChg chg="mod">
          <ac:chgData name="Emmanuel Julius" userId="524aa7b1-1fb0-4b9e-a100-a8ce89081a97" providerId="ADAL" clId="{D0150D4A-7258-465D-9E6C-C1FD8485770C}" dt="2026-02-22T22:46:23.172" v="357" actId="20577"/>
          <ac:spMkLst>
            <pc:docMk/>
            <pc:sldMk cId="1184718" sldId="258"/>
            <ac:spMk id="14338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29:30.324" v="19" actId="14100"/>
          <ac:spMkLst>
            <pc:docMk/>
            <pc:sldMk cId="1184718" sldId="258"/>
            <ac:spMk id="14339" creationId="{00000000-0000-0000-0000-000000000000}"/>
          </ac:spMkLst>
        </pc:spChg>
        <pc:picChg chg="mod">
          <ac:chgData name="Emmanuel Julius" userId="524aa7b1-1fb0-4b9e-a100-a8ce89081a97" providerId="ADAL" clId="{D0150D4A-7258-465D-9E6C-C1FD8485770C}" dt="2026-02-22T22:30:58.567" v="24" actId="1076"/>
          <ac:picMkLst>
            <pc:docMk/>
            <pc:sldMk cId="1184718" sldId="258"/>
            <ac:picMk id="14337" creationId="{00000000-0000-0000-0000-000000000000}"/>
          </ac:picMkLst>
        </pc:picChg>
        <pc:picChg chg="mod">
          <ac:chgData name="Emmanuel Julius" userId="524aa7b1-1fb0-4b9e-a100-a8ce89081a97" providerId="ADAL" clId="{D0150D4A-7258-465D-9E6C-C1FD8485770C}" dt="2026-02-22T22:30:01.681" v="22" actId="14100"/>
          <ac:picMkLst>
            <pc:docMk/>
            <pc:sldMk cId="1184718" sldId="258"/>
            <ac:picMk id="14341" creationId="{00000000-0000-0000-0000-000000000000}"/>
          </ac:picMkLst>
        </pc:picChg>
      </pc:sldChg>
      <pc:sldChg chg="addSp delSp modSp mod">
        <pc:chgData name="Emmanuel Julius" userId="524aa7b1-1fb0-4b9e-a100-a8ce89081a97" providerId="ADAL" clId="{D0150D4A-7258-465D-9E6C-C1FD8485770C}" dt="2026-02-22T22:57:28.363" v="648" actId="20577"/>
        <pc:sldMkLst>
          <pc:docMk/>
          <pc:sldMk cId="1590302159" sldId="259"/>
        </pc:sldMkLst>
        <pc:spChg chg="add del mod">
          <ac:chgData name="Emmanuel Julius" userId="524aa7b1-1fb0-4b9e-a100-a8ce89081a97" providerId="ADAL" clId="{D0150D4A-7258-465D-9E6C-C1FD8485770C}" dt="2026-02-22T22:39:00.357" v="139" actId="14100"/>
          <ac:spMkLst>
            <pc:docMk/>
            <pc:sldMk cId="1590302159" sldId="259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57:28.363" v="648" actId="20577"/>
          <ac:spMkLst>
            <pc:docMk/>
            <pc:sldMk cId="1590302159" sldId="259"/>
            <ac:spMk id="3" creationId="{00000000-0000-0000-0000-000000000000}"/>
          </ac:spMkLst>
        </pc:spChg>
        <pc:picChg chg="del">
          <ac:chgData name="Emmanuel Julius" userId="524aa7b1-1fb0-4b9e-a100-a8ce89081a97" providerId="ADAL" clId="{D0150D4A-7258-465D-9E6C-C1FD8485770C}" dt="2026-02-22T22:32:18.011" v="25" actId="478"/>
          <ac:picMkLst>
            <pc:docMk/>
            <pc:sldMk cId="1590302159" sldId="259"/>
            <ac:picMk id="4" creationId="{00000000-0000-0000-0000-000000000000}"/>
          </ac:picMkLst>
        </pc:picChg>
        <pc:picChg chg="add del mod">
          <ac:chgData name="Emmanuel Julius" userId="524aa7b1-1fb0-4b9e-a100-a8ce89081a97" providerId="ADAL" clId="{D0150D4A-7258-465D-9E6C-C1FD8485770C}" dt="2026-02-22T22:35:23.952" v="60" actId="478"/>
          <ac:picMkLst>
            <pc:docMk/>
            <pc:sldMk cId="1590302159" sldId="259"/>
            <ac:picMk id="5" creationId="{00000000-0000-0000-0000-000000000000}"/>
          </ac:picMkLst>
        </pc:picChg>
      </pc:sldChg>
      <pc:sldChg chg="modSp del">
        <pc:chgData name="Emmanuel Julius" userId="524aa7b1-1fb0-4b9e-a100-a8ce89081a97" providerId="ADAL" clId="{D0150D4A-7258-465D-9E6C-C1FD8485770C}" dt="2026-02-22T23:06:56.251" v="701" actId="2696"/>
        <pc:sldMkLst>
          <pc:docMk/>
          <pc:sldMk cId="4034105757" sldId="260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34105757" sldId="260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34105757" sldId="260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0.145" v="702" actId="2696"/>
        <pc:sldMkLst>
          <pc:docMk/>
          <pc:sldMk cId="4001276718" sldId="261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01276718" sldId="261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01276718" sldId="261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3.387" v="703" actId="2696"/>
        <pc:sldMkLst>
          <pc:docMk/>
          <pc:sldMk cId="1780827267" sldId="262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1780827267" sldId="262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1780827267" sldId="262"/>
            <ac:spMk id="3" creationId="{00000000-0000-0000-0000-000000000000}"/>
          </ac:spMkLst>
        </pc:spChg>
      </pc:sldChg>
      <pc:sldChg chg="modSp del">
        <pc:chgData name="Emmanuel Julius" userId="524aa7b1-1fb0-4b9e-a100-a8ce89081a97" providerId="ADAL" clId="{D0150D4A-7258-465D-9E6C-C1FD8485770C}" dt="2026-02-22T23:07:09.915" v="704" actId="2696"/>
        <pc:sldMkLst>
          <pc:docMk/>
          <pc:sldMk cId="3063959292" sldId="263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3063959292" sldId="263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3063959292" sldId="263"/>
            <ac:spMk id="3" creationId="{00000000-0000-0000-0000-000000000000}"/>
          </ac:spMkLst>
        </pc:spChg>
      </pc:sldChg>
      <pc:sldChg chg="modSp">
        <pc:chgData name="Emmanuel Julius" userId="524aa7b1-1fb0-4b9e-a100-a8ce89081a97" providerId="ADAL" clId="{D0150D4A-7258-465D-9E6C-C1FD8485770C}" dt="2026-02-22T22:34:46.556" v="59"/>
        <pc:sldMkLst>
          <pc:docMk/>
          <pc:sldMk cId="4085805374" sldId="264"/>
        </pc:sldMkLst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85805374" sldId="264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4085805374" sldId="264"/>
            <ac:spMk id="3" creationId="{00000000-0000-0000-0000-000000000000}"/>
          </ac:spMkLst>
        </pc:spChg>
      </pc:sldChg>
      <pc:sldChg chg="modSp mod">
        <pc:chgData name="Emmanuel Julius" userId="524aa7b1-1fb0-4b9e-a100-a8ce89081a97" providerId="ADAL" clId="{D0150D4A-7258-465D-9E6C-C1FD8485770C}" dt="2026-02-22T23:02:04.120" v="660" actId="14100"/>
        <pc:sldMkLst>
          <pc:docMk/>
          <pc:sldMk cId="2279192840" sldId="265"/>
        </pc:sldMkLst>
        <pc:spChg chg="mod">
          <ac:chgData name="Emmanuel Julius" userId="524aa7b1-1fb0-4b9e-a100-a8ce89081a97" providerId="ADAL" clId="{D0150D4A-7258-465D-9E6C-C1FD8485770C}" dt="2026-02-22T23:02:04.120" v="660" actId="14100"/>
          <ac:spMkLst>
            <pc:docMk/>
            <pc:sldMk cId="2279192840" sldId="265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2:34:46.556" v="59"/>
          <ac:spMkLst>
            <pc:docMk/>
            <pc:sldMk cId="2279192840" sldId="265"/>
            <ac:spMk id="3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2:56.963" v="672" actId="14100"/>
        <pc:sldMkLst>
          <pc:docMk/>
          <pc:sldMk cId="1934497039" sldId="266"/>
        </pc:sldMkLst>
        <pc:spChg chg="mod">
          <ac:chgData name="Emmanuel Julius" userId="524aa7b1-1fb0-4b9e-a100-a8ce89081a97" providerId="ADAL" clId="{D0150D4A-7258-465D-9E6C-C1FD8485770C}" dt="2026-02-22T23:02:45.848" v="670" actId="20577"/>
          <ac:spMkLst>
            <pc:docMk/>
            <pc:sldMk cId="1934497039" sldId="266"/>
            <ac:spMk id="2" creationId="{00000000-0000-0000-0000-000000000000}"/>
          </ac:spMkLst>
        </pc:spChg>
        <pc:spChg chg="mod">
          <ac:chgData name="Emmanuel Julius" userId="524aa7b1-1fb0-4b9e-a100-a8ce89081a97" providerId="ADAL" clId="{D0150D4A-7258-465D-9E6C-C1FD8485770C}" dt="2026-02-22T23:02:56.963" v="672" actId="14100"/>
          <ac:spMkLst>
            <pc:docMk/>
            <pc:sldMk cId="1934497039" sldId="266"/>
            <ac:spMk id="3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4:30.767" v="693" actId="20577"/>
        <pc:sldMkLst>
          <pc:docMk/>
          <pc:sldMk cId="3987434597" sldId="267"/>
        </pc:sldMkLst>
        <pc:spChg chg="mod">
          <ac:chgData name="Emmanuel Julius" userId="524aa7b1-1fb0-4b9e-a100-a8ce89081a97" providerId="ADAL" clId="{D0150D4A-7258-465D-9E6C-C1FD8485770C}" dt="2026-02-22T23:04:30.767" v="693" actId="20577"/>
          <ac:spMkLst>
            <pc:docMk/>
            <pc:sldMk cId="3987434597" sldId="267"/>
            <ac:spMk id="2" creationId="{00000000-0000-0000-0000-000000000000}"/>
          </ac:spMkLst>
        </pc:spChg>
      </pc:sldChg>
      <pc:sldChg chg="modSp add mod">
        <pc:chgData name="Emmanuel Julius" userId="524aa7b1-1fb0-4b9e-a100-a8ce89081a97" providerId="ADAL" clId="{D0150D4A-7258-465D-9E6C-C1FD8485770C}" dt="2026-02-22T23:06:19.920" v="698" actId="20577"/>
        <pc:sldMkLst>
          <pc:docMk/>
          <pc:sldMk cId="3546054515" sldId="268"/>
        </pc:sldMkLst>
        <pc:spChg chg="mod">
          <ac:chgData name="Emmanuel Julius" userId="524aa7b1-1fb0-4b9e-a100-a8ce89081a97" providerId="ADAL" clId="{D0150D4A-7258-465D-9E6C-C1FD8485770C}" dt="2026-02-22T23:06:19.920" v="698" actId="20577"/>
          <ac:spMkLst>
            <pc:docMk/>
            <pc:sldMk cId="3546054515" sldId="268"/>
            <ac:spMk id="2" creationId="{00000000-0000-0000-0000-000000000000}"/>
          </ac:spMkLst>
        </pc:spChg>
      </pc:sldChg>
      <pc:sldChg chg="add">
        <pc:chgData name="Emmanuel Julius" userId="524aa7b1-1fb0-4b9e-a100-a8ce89081a97" providerId="ADAL" clId="{D0150D4A-7258-465D-9E6C-C1FD8485770C}" dt="2026-02-22T23:06:42.483" v="699" actId="2890"/>
        <pc:sldMkLst>
          <pc:docMk/>
          <pc:sldMk cId="1230863265" sldId="269"/>
        </pc:sldMkLst>
      </pc:sldChg>
      <pc:sldChg chg="add">
        <pc:chgData name="Emmanuel Julius" userId="524aa7b1-1fb0-4b9e-a100-a8ce89081a97" providerId="ADAL" clId="{D0150D4A-7258-465D-9E6C-C1FD8485770C}" dt="2026-02-22T23:06:46.746" v="700" actId="2890"/>
        <pc:sldMkLst>
          <pc:docMk/>
          <pc:sldMk cId="515476939" sldId="270"/>
        </pc:sldMkLst>
      </pc:sldChg>
      <pc:sldMasterChg chg="addSp modSldLayout">
        <pc:chgData name="Emmanuel Julius" userId="524aa7b1-1fb0-4b9e-a100-a8ce89081a97" providerId="ADAL" clId="{D0150D4A-7258-465D-9E6C-C1FD8485770C}" dt="2026-02-22T22:32:59.540" v="32"/>
        <pc:sldMasterMkLst>
          <pc:docMk/>
          <pc:sldMasterMk cId="3662181533" sldId="2147483660"/>
        </pc:sldMasterMkLst>
        <pc:picChg chg="add">
          <ac:chgData name="Emmanuel Julius" userId="524aa7b1-1fb0-4b9e-a100-a8ce89081a97" providerId="ADAL" clId="{D0150D4A-7258-465D-9E6C-C1FD8485770C}" dt="2026-02-22T22:32:59.540" v="32"/>
          <ac:picMkLst>
            <pc:docMk/>
            <pc:sldMasterMk cId="3662181533" sldId="2147483660"/>
            <ac:picMk id="7" creationId="{BAE0DCA9-FFAC-447B-831B-D9095468659C}"/>
          </ac:picMkLst>
        </pc:picChg>
        <pc:picChg chg="add">
          <ac:chgData name="Emmanuel Julius" userId="524aa7b1-1fb0-4b9e-a100-a8ce89081a97" providerId="ADAL" clId="{D0150D4A-7258-465D-9E6C-C1FD8485770C}" dt="2026-02-22T22:32:59.540" v="32"/>
          <ac:picMkLst>
            <pc:docMk/>
            <pc:sldMasterMk cId="3662181533" sldId="2147483660"/>
            <ac:picMk id="8" creationId="{8B17E7D1-A3F9-4971-B114-F18352A3D1C3}"/>
          </ac:picMkLst>
        </pc:picChg>
        <pc:sldLayoutChg chg="addSp">
          <pc:chgData name="Emmanuel Julius" userId="524aa7b1-1fb0-4b9e-a100-a8ce89081a97" providerId="ADAL" clId="{D0150D4A-7258-465D-9E6C-C1FD8485770C}" dt="2026-02-22T22:32:59.540" v="32"/>
          <pc:sldLayoutMkLst>
            <pc:docMk/>
            <pc:sldMasterMk cId="3662181533" sldId="2147483660"/>
            <pc:sldLayoutMk cId="2881162151" sldId="2147483663"/>
          </pc:sldLayoutMkLst>
          <pc:picChg chg="add">
            <ac:chgData name="Emmanuel Julius" userId="524aa7b1-1fb0-4b9e-a100-a8ce89081a97" providerId="ADAL" clId="{D0150D4A-7258-465D-9E6C-C1FD8485770C}" dt="2026-02-22T22:32:59.540" v="32"/>
            <ac:picMkLst>
              <pc:docMk/>
              <pc:sldMasterMk cId="3662181533" sldId="2147483660"/>
              <pc:sldLayoutMk cId="2881162151" sldId="2147483663"/>
              <ac:picMk id="7" creationId="{F0B9B48B-B4CD-4119-BE1C-386A63069A2C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7.552" v="33"/>
        <pc:sldMasterMkLst>
          <pc:docMk/>
          <pc:sldMasterMk cId="3754628624" sldId="2147483672"/>
        </pc:sldMasterMkLst>
        <pc:picChg chg="add">
          <ac:chgData name="Emmanuel Julius" userId="524aa7b1-1fb0-4b9e-a100-a8ce89081a97" providerId="ADAL" clId="{D0150D4A-7258-465D-9E6C-C1FD8485770C}" dt="2026-02-22T22:33:07.552" v="33"/>
          <ac:picMkLst>
            <pc:docMk/>
            <pc:sldMasterMk cId="3754628624" sldId="2147483672"/>
            <ac:picMk id="7" creationId="{7DC93B73-E439-44FC-9AC0-FE36D6A36B53}"/>
          </ac:picMkLst>
        </pc:picChg>
        <pc:picChg chg="add">
          <ac:chgData name="Emmanuel Julius" userId="524aa7b1-1fb0-4b9e-a100-a8ce89081a97" providerId="ADAL" clId="{D0150D4A-7258-465D-9E6C-C1FD8485770C}" dt="2026-02-22T22:33:07.552" v="33"/>
          <ac:picMkLst>
            <pc:docMk/>
            <pc:sldMasterMk cId="3754628624" sldId="2147483672"/>
            <ac:picMk id="8" creationId="{77AC1A0F-3F4F-48E9-A1F9-A49E3655609C}"/>
          </ac:picMkLst>
        </pc:picChg>
        <pc:sldLayoutChg chg="addSp">
          <pc:chgData name="Emmanuel Julius" userId="524aa7b1-1fb0-4b9e-a100-a8ce89081a97" providerId="ADAL" clId="{D0150D4A-7258-465D-9E6C-C1FD8485770C}" dt="2026-02-22T22:33:07.552" v="33"/>
          <pc:sldLayoutMkLst>
            <pc:docMk/>
            <pc:sldMasterMk cId="3754628624" sldId="2147483672"/>
            <pc:sldLayoutMk cId="181207192" sldId="2147483675"/>
          </pc:sldLayoutMkLst>
          <pc:picChg chg="add">
            <ac:chgData name="Emmanuel Julius" userId="524aa7b1-1fb0-4b9e-a100-a8ce89081a97" providerId="ADAL" clId="{D0150D4A-7258-465D-9E6C-C1FD8485770C}" dt="2026-02-22T22:33:07.552" v="33"/>
            <ac:picMkLst>
              <pc:docMk/>
              <pc:sldMasterMk cId="3754628624" sldId="2147483672"/>
              <pc:sldLayoutMk cId="181207192" sldId="2147483675"/>
              <ac:picMk id="7" creationId="{939D73CB-6480-43D1-98EF-8BE9BCC9BA2B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8.582" v="34"/>
        <pc:sldMasterMkLst>
          <pc:docMk/>
          <pc:sldMasterMk cId="1775266765" sldId="2147483684"/>
        </pc:sldMasterMkLst>
        <pc:picChg chg="add">
          <ac:chgData name="Emmanuel Julius" userId="524aa7b1-1fb0-4b9e-a100-a8ce89081a97" providerId="ADAL" clId="{D0150D4A-7258-465D-9E6C-C1FD8485770C}" dt="2026-02-22T22:33:08.582" v="34"/>
          <ac:picMkLst>
            <pc:docMk/>
            <pc:sldMasterMk cId="1775266765" sldId="2147483684"/>
            <ac:picMk id="7" creationId="{03F6546F-DDE5-4497-AD1B-E143D06C470E}"/>
          </ac:picMkLst>
        </pc:picChg>
        <pc:picChg chg="add">
          <ac:chgData name="Emmanuel Julius" userId="524aa7b1-1fb0-4b9e-a100-a8ce89081a97" providerId="ADAL" clId="{D0150D4A-7258-465D-9E6C-C1FD8485770C}" dt="2026-02-22T22:33:08.582" v="34"/>
          <ac:picMkLst>
            <pc:docMk/>
            <pc:sldMasterMk cId="1775266765" sldId="2147483684"/>
            <ac:picMk id="8" creationId="{008DF649-6548-40E0-91B9-9CD3676ED410}"/>
          </ac:picMkLst>
        </pc:picChg>
        <pc:sldLayoutChg chg="addSp">
          <pc:chgData name="Emmanuel Julius" userId="524aa7b1-1fb0-4b9e-a100-a8ce89081a97" providerId="ADAL" clId="{D0150D4A-7258-465D-9E6C-C1FD8485770C}" dt="2026-02-22T22:33:08.582" v="34"/>
          <pc:sldLayoutMkLst>
            <pc:docMk/>
            <pc:sldMasterMk cId="1775266765" sldId="2147483684"/>
            <pc:sldLayoutMk cId="1192048821" sldId="2147483687"/>
          </pc:sldLayoutMkLst>
          <pc:picChg chg="add">
            <ac:chgData name="Emmanuel Julius" userId="524aa7b1-1fb0-4b9e-a100-a8ce89081a97" providerId="ADAL" clId="{D0150D4A-7258-465D-9E6C-C1FD8485770C}" dt="2026-02-22T22:33:08.582" v="34"/>
            <ac:picMkLst>
              <pc:docMk/>
              <pc:sldMasterMk cId="1775266765" sldId="2147483684"/>
              <pc:sldLayoutMk cId="1192048821" sldId="2147483687"/>
              <ac:picMk id="7" creationId="{4A2677D7-00DD-4AF6-AE25-C6490DC51D7A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09.533" v="35"/>
        <pc:sldMasterMkLst>
          <pc:docMk/>
          <pc:sldMasterMk cId="3874204699" sldId="2147483696"/>
        </pc:sldMasterMkLst>
        <pc:picChg chg="add">
          <ac:chgData name="Emmanuel Julius" userId="524aa7b1-1fb0-4b9e-a100-a8ce89081a97" providerId="ADAL" clId="{D0150D4A-7258-465D-9E6C-C1FD8485770C}" dt="2026-02-22T22:33:09.533" v="35"/>
          <ac:picMkLst>
            <pc:docMk/>
            <pc:sldMasterMk cId="3874204699" sldId="2147483696"/>
            <ac:picMk id="7" creationId="{B47EC800-37F8-4300-A56E-E813BCB8FBB4}"/>
          </ac:picMkLst>
        </pc:picChg>
        <pc:picChg chg="add">
          <ac:chgData name="Emmanuel Julius" userId="524aa7b1-1fb0-4b9e-a100-a8ce89081a97" providerId="ADAL" clId="{D0150D4A-7258-465D-9E6C-C1FD8485770C}" dt="2026-02-22T22:33:09.533" v="35"/>
          <ac:picMkLst>
            <pc:docMk/>
            <pc:sldMasterMk cId="3874204699" sldId="2147483696"/>
            <ac:picMk id="8" creationId="{1BFD87A1-3268-44B4-B98C-408D54921C07}"/>
          </ac:picMkLst>
        </pc:picChg>
        <pc:sldLayoutChg chg="addSp">
          <pc:chgData name="Emmanuel Julius" userId="524aa7b1-1fb0-4b9e-a100-a8ce89081a97" providerId="ADAL" clId="{D0150D4A-7258-465D-9E6C-C1FD8485770C}" dt="2026-02-22T22:33:09.533" v="35"/>
          <pc:sldLayoutMkLst>
            <pc:docMk/>
            <pc:sldMasterMk cId="3874204699" sldId="2147483696"/>
            <pc:sldLayoutMk cId="552247973" sldId="2147483699"/>
          </pc:sldLayoutMkLst>
          <pc:picChg chg="add">
            <ac:chgData name="Emmanuel Julius" userId="524aa7b1-1fb0-4b9e-a100-a8ce89081a97" providerId="ADAL" clId="{D0150D4A-7258-465D-9E6C-C1FD8485770C}" dt="2026-02-22T22:33:09.533" v="35"/>
            <ac:picMkLst>
              <pc:docMk/>
              <pc:sldMasterMk cId="3874204699" sldId="2147483696"/>
              <pc:sldLayoutMk cId="552247973" sldId="2147483699"/>
              <ac:picMk id="7" creationId="{B394D041-1C2C-49B1-8D2F-4A9111192FE5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13.888" v="36"/>
        <pc:sldMasterMkLst>
          <pc:docMk/>
          <pc:sldMasterMk cId="4173165473" sldId="2147483708"/>
        </pc:sldMasterMkLst>
        <pc:picChg chg="add">
          <ac:chgData name="Emmanuel Julius" userId="524aa7b1-1fb0-4b9e-a100-a8ce89081a97" providerId="ADAL" clId="{D0150D4A-7258-465D-9E6C-C1FD8485770C}" dt="2026-02-22T22:33:13.888" v="36"/>
          <ac:picMkLst>
            <pc:docMk/>
            <pc:sldMasterMk cId="4173165473" sldId="2147483708"/>
            <ac:picMk id="7" creationId="{FA673111-D17D-444B-86B2-CC454F7C914C}"/>
          </ac:picMkLst>
        </pc:picChg>
        <pc:picChg chg="add">
          <ac:chgData name="Emmanuel Julius" userId="524aa7b1-1fb0-4b9e-a100-a8ce89081a97" providerId="ADAL" clId="{D0150D4A-7258-465D-9E6C-C1FD8485770C}" dt="2026-02-22T22:33:13.888" v="36"/>
          <ac:picMkLst>
            <pc:docMk/>
            <pc:sldMasterMk cId="4173165473" sldId="2147483708"/>
            <ac:picMk id="8" creationId="{C2E35B6E-4049-46DA-988B-6DDAEB8220FC}"/>
          </ac:picMkLst>
        </pc:picChg>
        <pc:sldLayoutChg chg="addSp">
          <pc:chgData name="Emmanuel Julius" userId="524aa7b1-1fb0-4b9e-a100-a8ce89081a97" providerId="ADAL" clId="{D0150D4A-7258-465D-9E6C-C1FD8485770C}" dt="2026-02-22T22:33:13.888" v="36"/>
          <pc:sldLayoutMkLst>
            <pc:docMk/>
            <pc:sldMasterMk cId="4173165473" sldId="2147483708"/>
            <pc:sldLayoutMk cId="3440180789" sldId="2147483711"/>
          </pc:sldLayoutMkLst>
          <pc:picChg chg="add">
            <ac:chgData name="Emmanuel Julius" userId="524aa7b1-1fb0-4b9e-a100-a8ce89081a97" providerId="ADAL" clId="{D0150D4A-7258-465D-9E6C-C1FD8485770C}" dt="2026-02-22T22:33:13.888" v="36"/>
            <ac:picMkLst>
              <pc:docMk/>
              <pc:sldMasterMk cId="4173165473" sldId="2147483708"/>
              <pc:sldLayoutMk cId="3440180789" sldId="2147483711"/>
              <ac:picMk id="7" creationId="{ECD632B5-02DA-40E5-AA3E-C98BC9B8E4FD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19.133" v="38"/>
        <pc:sldMasterMkLst>
          <pc:docMk/>
          <pc:sldMasterMk cId="2106531451" sldId="2147483720"/>
        </pc:sldMasterMkLst>
        <pc:picChg chg="add">
          <ac:chgData name="Emmanuel Julius" userId="524aa7b1-1fb0-4b9e-a100-a8ce89081a97" providerId="ADAL" clId="{D0150D4A-7258-465D-9E6C-C1FD8485770C}" dt="2026-02-22T22:33:19.133" v="38"/>
          <ac:picMkLst>
            <pc:docMk/>
            <pc:sldMasterMk cId="2106531451" sldId="2147483720"/>
            <ac:picMk id="7" creationId="{C49D9E3C-A465-4B92-82CE-0211ABA75572}"/>
          </ac:picMkLst>
        </pc:picChg>
        <pc:picChg chg="add">
          <ac:chgData name="Emmanuel Julius" userId="524aa7b1-1fb0-4b9e-a100-a8ce89081a97" providerId="ADAL" clId="{D0150D4A-7258-465D-9E6C-C1FD8485770C}" dt="2026-02-22T22:33:19.133" v="38"/>
          <ac:picMkLst>
            <pc:docMk/>
            <pc:sldMasterMk cId="2106531451" sldId="2147483720"/>
            <ac:picMk id="8" creationId="{E7A4836E-70F8-4F43-8784-422D0A7940F8}"/>
          </ac:picMkLst>
        </pc:picChg>
        <pc:sldLayoutChg chg="addSp">
          <pc:chgData name="Emmanuel Julius" userId="524aa7b1-1fb0-4b9e-a100-a8ce89081a97" providerId="ADAL" clId="{D0150D4A-7258-465D-9E6C-C1FD8485770C}" dt="2026-02-22T22:33:19.133" v="38"/>
          <pc:sldLayoutMkLst>
            <pc:docMk/>
            <pc:sldMasterMk cId="2106531451" sldId="2147483720"/>
            <pc:sldLayoutMk cId="2848209885" sldId="2147483723"/>
          </pc:sldLayoutMkLst>
          <pc:picChg chg="add">
            <ac:chgData name="Emmanuel Julius" userId="524aa7b1-1fb0-4b9e-a100-a8ce89081a97" providerId="ADAL" clId="{D0150D4A-7258-465D-9E6C-C1FD8485770C}" dt="2026-02-22T22:33:19.133" v="38"/>
            <ac:picMkLst>
              <pc:docMk/>
              <pc:sldMasterMk cId="2106531451" sldId="2147483720"/>
              <pc:sldLayoutMk cId="2848209885" sldId="2147483723"/>
              <ac:picMk id="7" creationId="{AF3F4767-BEAF-490A-AD65-79EBC3024FB3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0.088" v="39"/>
        <pc:sldMasterMkLst>
          <pc:docMk/>
          <pc:sldMasterMk cId="602756540" sldId="2147483732"/>
        </pc:sldMasterMkLst>
        <pc:picChg chg="add">
          <ac:chgData name="Emmanuel Julius" userId="524aa7b1-1fb0-4b9e-a100-a8ce89081a97" providerId="ADAL" clId="{D0150D4A-7258-465D-9E6C-C1FD8485770C}" dt="2026-02-22T22:33:20.088" v="39"/>
          <ac:picMkLst>
            <pc:docMk/>
            <pc:sldMasterMk cId="602756540" sldId="2147483732"/>
            <ac:picMk id="18" creationId="{D86A03D5-5D11-488B-B5FB-C9B344DE9F28}"/>
          </ac:picMkLst>
        </pc:picChg>
        <pc:picChg chg="add">
          <ac:chgData name="Emmanuel Julius" userId="524aa7b1-1fb0-4b9e-a100-a8ce89081a97" providerId="ADAL" clId="{D0150D4A-7258-465D-9E6C-C1FD8485770C}" dt="2026-02-22T22:33:20.088" v="39"/>
          <ac:picMkLst>
            <pc:docMk/>
            <pc:sldMasterMk cId="602756540" sldId="2147483732"/>
            <ac:picMk id="19" creationId="{7DF38D14-2B19-4872-B62B-813F0FC31DAF}"/>
          </ac:picMkLst>
        </pc:picChg>
        <pc:sldLayoutChg chg="addSp">
          <pc:chgData name="Emmanuel Julius" userId="524aa7b1-1fb0-4b9e-a100-a8ce89081a97" providerId="ADAL" clId="{D0150D4A-7258-465D-9E6C-C1FD8485770C}" dt="2026-02-22T22:33:20.088" v="39"/>
          <pc:sldLayoutMkLst>
            <pc:docMk/>
            <pc:sldMasterMk cId="602756540" sldId="2147483732"/>
            <pc:sldLayoutMk cId="286973573" sldId="2147483735"/>
          </pc:sldLayoutMkLst>
          <pc:picChg chg="add">
            <ac:chgData name="Emmanuel Julius" userId="524aa7b1-1fb0-4b9e-a100-a8ce89081a97" providerId="ADAL" clId="{D0150D4A-7258-465D-9E6C-C1FD8485770C}" dt="2026-02-22T22:33:20.088" v="39"/>
            <ac:picMkLst>
              <pc:docMk/>
              <pc:sldMasterMk cId="602756540" sldId="2147483732"/>
              <pc:sldLayoutMk cId="286973573" sldId="2147483735"/>
              <ac:picMk id="7" creationId="{A8F78E41-2DCA-4C90-8620-2F820F2792F2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2.016" v="40"/>
        <pc:sldMasterMkLst>
          <pc:docMk/>
          <pc:sldMasterMk cId="2673231303" sldId="2147483749"/>
        </pc:sldMasterMkLst>
        <pc:picChg chg="add">
          <ac:chgData name="Emmanuel Julius" userId="524aa7b1-1fb0-4b9e-a100-a8ce89081a97" providerId="ADAL" clId="{D0150D4A-7258-465D-9E6C-C1FD8485770C}" dt="2026-02-22T22:33:22.016" v="40"/>
          <ac:picMkLst>
            <pc:docMk/>
            <pc:sldMasterMk cId="2673231303" sldId="2147483749"/>
            <ac:picMk id="7" creationId="{68878ED0-9E76-4F27-B0A2-CF18D0301345}"/>
          </ac:picMkLst>
        </pc:picChg>
        <pc:picChg chg="add">
          <ac:chgData name="Emmanuel Julius" userId="524aa7b1-1fb0-4b9e-a100-a8ce89081a97" providerId="ADAL" clId="{D0150D4A-7258-465D-9E6C-C1FD8485770C}" dt="2026-02-22T22:33:22.016" v="40"/>
          <ac:picMkLst>
            <pc:docMk/>
            <pc:sldMasterMk cId="2673231303" sldId="2147483749"/>
            <ac:picMk id="8" creationId="{980BB624-7D22-408F-A989-B26123B1D93D}"/>
          </ac:picMkLst>
        </pc:picChg>
        <pc:sldLayoutChg chg="addSp">
          <pc:chgData name="Emmanuel Julius" userId="524aa7b1-1fb0-4b9e-a100-a8ce89081a97" providerId="ADAL" clId="{D0150D4A-7258-465D-9E6C-C1FD8485770C}" dt="2026-02-22T22:33:22.016" v="40"/>
          <pc:sldLayoutMkLst>
            <pc:docMk/>
            <pc:sldMasterMk cId="2673231303" sldId="2147483749"/>
            <pc:sldLayoutMk cId="1542135025" sldId="2147483752"/>
          </pc:sldLayoutMkLst>
          <pc:picChg chg="add">
            <ac:chgData name="Emmanuel Julius" userId="524aa7b1-1fb0-4b9e-a100-a8ce89081a97" providerId="ADAL" clId="{D0150D4A-7258-465D-9E6C-C1FD8485770C}" dt="2026-02-22T22:33:22.016" v="40"/>
            <ac:picMkLst>
              <pc:docMk/>
              <pc:sldMasterMk cId="2673231303" sldId="2147483749"/>
              <pc:sldLayoutMk cId="1542135025" sldId="2147483752"/>
              <ac:picMk id="7" creationId="{92864955-4C2E-4E89-AC30-6FE45DAFE4ED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4.563" v="41"/>
        <pc:sldMasterMkLst>
          <pc:docMk/>
          <pc:sldMasterMk cId="1183581581" sldId="2147483761"/>
        </pc:sldMasterMkLst>
        <pc:picChg chg="add">
          <ac:chgData name="Emmanuel Julius" userId="524aa7b1-1fb0-4b9e-a100-a8ce89081a97" providerId="ADAL" clId="{D0150D4A-7258-465D-9E6C-C1FD8485770C}" dt="2026-02-22T22:33:24.563" v="41"/>
          <ac:picMkLst>
            <pc:docMk/>
            <pc:sldMasterMk cId="1183581581" sldId="2147483761"/>
            <ac:picMk id="11" creationId="{DDFBA519-3996-46DB-B2BD-6D6266274EEB}"/>
          </ac:picMkLst>
        </pc:picChg>
        <pc:picChg chg="add">
          <ac:chgData name="Emmanuel Julius" userId="524aa7b1-1fb0-4b9e-a100-a8ce89081a97" providerId="ADAL" clId="{D0150D4A-7258-465D-9E6C-C1FD8485770C}" dt="2026-02-22T22:33:24.563" v="41"/>
          <ac:picMkLst>
            <pc:docMk/>
            <pc:sldMasterMk cId="1183581581" sldId="2147483761"/>
            <ac:picMk id="12" creationId="{AFC26428-95DF-4D24-8DC4-D370B933C549}"/>
          </ac:picMkLst>
        </pc:picChg>
        <pc:sldLayoutChg chg="addSp">
          <pc:chgData name="Emmanuel Julius" userId="524aa7b1-1fb0-4b9e-a100-a8ce89081a97" providerId="ADAL" clId="{D0150D4A-7258-465D-9E6C-C1FD8485770C}" dt="2026-02-22T22:33:24.563" v="41"/>
          <pc:sldLayoutMkLst>
            <pc:docMk/>
            <pc:sldMasterMk cId="1183581581" sldId="2147483761"/>
            <pc:sldLayoutMk cId="529513633" sldId="2147483764"/>
          </pc:sldLayoutMkLst>
          <pc:picChg chg="add">
            <ac:chgData name="Emmanuel Julius" userId="524aa7b1-1fb0-4b9e-a100-a8ce89081a97" providerId="ADAL" clId="{D0150D4A-7258-465D-9E6C-C1FD8485770C}" dt="2026-02-22T22:33:24.563" v="41"/>
            <ac:picMkLst>
              <pc:docMk/>
              <pc:sldMasterMk cId="1183581581" sldId="2147483761"/>
              <pc:sldLayoutMk cId="529513633" sldId="2147483764"/>
              <ac:picMk id="10" creationId="{FEE59B78-12DD-48E5-A154-BFCB21C85CA6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6.980" v="42"/>
        <pc:sldMasterMkLst>
          <pc:docMk/>
          <pc:sldMasterMk cId="3768481465" sldId="2147483773"/>
        </pc:sldMasterMkLst>
        <pc:picChg chg="add">
          <ac:chgData name="Emmanuel Julius" userId="524aa7b1-1fb0-4b9e-a100-a8ce89081a97" providerId="ADAL" clId="{D0150D4A-7258-465D-9E6C-C1FD8485770C}" dt="2026-02-22T22:33:26.980" v="42"/>
          <ac:picMkLst>
            <pc:docMk/>
            <pc:sldMasterMk cId="3768481465" sldId="2147483773"/>
            <ac:picMk id="13" creationId="{053884EC-F38C-4354-89A6-B10A024921F0}"/>
          </ac:picMkLst>
        </pc:picChg>
        <pc:picChg chg="add">
          <ac:chgData name="Emmanuel Julius" userId="524aa7b1-1fb0-4b9e-a100-a8ce89081a97" providerId="ADAL" clId="{D0150D4A-7258-465D-9E6C-C1FD8485770C}" dt="2026-02-22T22:33:26.980" v="42"/>
          <ac:picMkLst>
            <pc:docMk/>
            <pc:sldMasterMk cId="3768481465" sldId="2147483773"/>
            <ac:picMk id="14" creationId="{751B744D-FE37-4FD0-B146-ADAB5F13521A}"/>
          </ac:picMkLst>
        </pc:picChg>
        <pc:sldLayoutChg chg="addSp">
          <pc:chgData name="Emmanuel Julius" userId="524aa7b1-1fb0-4b9e-a100-a8ce89081a97" providerId="ADAL" clId="{D0150D4A-7258-465D-9E6C-C1FD8485770C}" dt="2026-02-22T22:33:26.980" v="42"/>
          <pc:sldLayoutMkLst>
            <pc:docMk/>
            <pc:sldMasterMk cId="3768481465" sldId="2147483773"/>
            <pc:sldLayoutMk cId="2798845499" sldId="2147483776"/>
          </pc:sldLayoutMkLst>
          <pc:picChg chg="add">
            <ac:chgData name="Emmanuel Julius" userId="524aa7b1-1fb0-4b9e-a100-a8ce89081a97" providerId="ADAL" clId="{D0150D4A-7258-465D-9E6C-C1FD8485770C}" dt="2026-02-22T22:33:26.980" v="42"/>
            <ac:picMkLst>
              <pc:docMk/>
              <pc:sldMasterMk cId="3768481465" sldId="2147483773"/>
              <pc:sldLayoutMk cId="2798845499" sldId="2147483776"/>
              <ac:picMk id="7" creationId="{4E565532-39D0-43CD-A0AC-5DAE8FE69022}"/>
            </ac:picMkLst>
          </pc:picChg>
        </pc:sldLayoutChg>
      </pc:sldMasterChg>
      <pc:sldMasterChg chg="addSp modSldLayout">
        <pc:chgData name="Emmanuel Julius" userId="524aa7b1-1fb0-4b9e-a100-a8ce89081a97" providerId="ADAL" clId="{D0150D4A-7258-465D-9E6C-C1FD8485770C}" dt="2026-02-22T22:33:27.829" v="43"/>
        <pc:sldMasterMkLst>
          <pc:docMk/>
          <pc:sldMasterMk cId="3364117866" sldId="2147483791"/>
        </pc:sldMasterMkLst>
        <pc:picChg chg="add">
          <ac:chgData name="Emmanuel Julius" userId="524aa7b1-1fb0-4b9e-a100-a8ce89081a97" providerId="ADAL" clId="{D0150D4A-7258-465D-9E6C-C1FD8485770C}" dt="2026-02-22T22:33:27.829" v="43"/>
          <ac:picMkLst>
            <pc:docMk/>
            <pc:sldMasterMk cId="3364117866" sldId="2147483791"/>
            <ac:picMk id="34" creationId="{A51E60DA-96D8-429A-BA11-E73B14111ADD}"/>
          </ac:picMkLst>
        </pc:picChg>
        <pc:picChg chg="add">
          <ac:chgData name="Emmanuel Julius" userId="524aa7b1-1fb0-4b9e-a100-a8ce89081a97" providerId="ADAL" clId="{D0150D4A-7258-465D-9E6C-C1FD8485770C}" dt="2026-02-22T22:33:27.829" v="43"/>
          <ac:picMkLst>
            <pc:docMk/>
            <pc:sldMasterMk cId="3364117866" sldId="2147483791"/>
            <ac:picMk id="35" creationId="{7CF5D393-D343-46B1-8EFC-6993B1006333}"/>
          </ac:picMkLst>
        </pc:picChg>
        <pc:sldLayoutChg chg="addSp">
          <pc:chgData name="Emmanuel Julius" userId="524aa7b1-1fb0-4b9e-a100-a8ce89081a97" providerId="ADAL" clId="{D0150D4A-7258-465D-9E6C-C1FD8485770C}" dt="2026-02-22T22:33:27.829" v="43"/>
          <pc:sldLayoutMkLst>
            <pc:docMk/>
            <pc:sldMasterMk cId="3364117866" sldId="2147483791"/>
            <pc:sldLayoutMk cId="2308071660" sldId="2147483794"/>
          </pc:sldLayoutMkLst>
          <pc:picChg chg="add">
            <ac:chgData name="Emmanuel Julius" userId="524aa7b1-1fb0-4b9e-a100-a8ce89081a97" providerId="ADAL" clId="{D0150D4A-7258-465D-9E6C-C1FD8485770C}" dt="2026-02-22T22:33:27.829" v="43"/>
            <ac:picMkLst>
              <pc:docMk/>
              <pc:sldMasterMk cId="3364117866" sldId="2147483791"/>
              <pc:sldLayoutMk cId="2308071660" sldId="2147483794"/>
              <ac:picMk id="8" creationId="{8F6E8E4E-B34C-4930-AB9B-C07DFED40F4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97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772400" cy="1470025"/>
          </a:xfr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fld id="{EC7AB759-530A-46AC-842F-B07144F002F9}" type="datetimeFigureOut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0AD8A0A-4898-40BF-9009-4DA7E611EAC1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8229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0"/>
            <a:ext cx="7772400" cy="1362075"/>
          </a:xfrm>
          <a:ln>
            <a:noFill/>
          </a:ln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13"/>
            <a:ext cx="7772400" cy="1500187"/>
          </a:xfrm>
          <a:ln>
            <a:noFill/>
          </a:ln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2492896"/>
            <a:ext cx="4038600" cy="3633267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6" y="2492896"/>
            <a:ext cx="4038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0" y="234888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068959"/>
            <a:ext cx="4040188" cy="305720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4" y="234888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1" y="3068960"/>
            <a:ext cx="4041775" cy="305720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86830"/>
            <a:ext cx="3008313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6752"/>
            <a:ext cx="5111750" cy="4929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56792"/>
            <a:ext cx="2057400" cy="4569371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56792"/>
            <a:ext cx="6019800" cy="4569371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brand_ppt_back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229725" cy="692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4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6"/>
            <a:ext cx="8229600" cy="363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56A7D1D-6254-4063-974C-6A2AE04E4B91}" type="datetimeFigureOut">
              <a:rPr lang="en-GB" smtClean="0"/>
              <a:pPr/>
              <a:t>23/02/2026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fld id="{26878614-5F41-4702-8E44-D9C8B2874F5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" descr="TAB_allwhite.eps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22288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 baseline="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3" descr="brand_ppt_bac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-32544"/>
            <a:ext cx="9186862" cy="692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6"/>
          <p:cNvSpPr>
            <a:spLocks noChangeArrowheads="1"/>
          </p:cNvSpPr>
          <p:nvPr/>
        </p:nvSpPr>
        <p:spPr bwMode="auto">
          <a:xfrm>
            <a:off x="0" y="1268760"/>
            <a:ext cx="922972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Changes in temperature, precipitation, specific humidity, and extreme precipitation events.</a:t>
            </a:r>
          </a:p>
          <a:p>
            <a:pPr algn="ctr"/>
            <a:endParaRPr lang="en-GB" sz="1800" b="1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400" b="1" i="1" dirty="0">
                <a:solidFill>
                  <a:srgbClr val="FFFFFF"/>
                </a:solidFill>
              </a:rPr>
              <a:t>A </a:t>
            </a:r>
            <a:r>
              <a:rPr lang="en-GB" sz="1400" b="1" i="1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2006 to 2080</a:t>
            </a:r>
            <a:r>
              <a:rPr lang="en-GB" sz="1400" b="1" i="1" dirty="0">
                <a:solidFill>
                  <a:srgbClr val="FFFFFF"/>
                </a:solidFill>
              </a:rPr>
              <a:t> weather data exploration to determine trends, relationships and implications.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4339" name="Rectangle 7"/>
          <p:cNvSpPr>
            <a:spLocks noChangeArrowheads="1"/>
          </p:cNvSpPr>
          <p:nvPr/>
        </p:nvSpPr>
        <p:spPr bwMode="auto">
          <a:xfrm>
            <a:off x="323529" y="3212977"/>
            <a:ext cx="8496944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endParaRPr lang="en-GB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EART60702 Earth and Environmental Data Science</a:t>
            </a:r>
          </a:p>
          <a:p>
            <a:pPr algn="ctr"/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endParaRPr lang="en-GB" sz="18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Group 2 Presentation </a:t>
            </a:r>
          </a:p>
          <a:p>
            <a:pPr algn="ctr"/>
            <a:endParaRPr lang="en-GB" sz="18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rgbClr val="FFFFFF"/>
                </a:solidFill>
              </a:rPr>
              <a:t>24</a:t>
            </a:r>
            <a:r>
              <a:rPr lang="en-GB" sz="18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February 2026</a:t>
            </a:r>
          </a:p>
          <a:p>
            <a:pPr algn="ctr"/>
            <a:endParaRPr lang="en-GB" sz="3200" b="1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endParaRPr lang="en-GB" sz="3200" b="1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en-GB" sz="1600" b="1" i="1" dirty="0" err="1">
                <a:solidFill>
                  <a:srgbClr val="FFFFFF"/>
                </a:solidFill>
              </a:rPr>
              <a:t>Xinqi</a:t>
            </a:r>
            <a:r>
              <a:rPr lang="en-GB" sz="1600" b="1" i="1" dirty="0">
                <a:solidFill>
                  <a:srgbClr val="FFFFFF"/>
                </a:solidFill>
              </a:rPr>
              <a:t> </a:t>
            </a:r>
            <a:r>
              <a:rPr lang="en-GB" sz="1600" b="1" i="1" dirty="0" err="1">
                <a:solidFill>
                  <a:srgbClr val="FFFFFF"/>
                </a:solidFill>
              </a:rPr>
              <a:t>Xie</a:t>
            </a:r>
            <a:r>
              <a:rPr lang="en-GB" sz="1600" b="1" i="1" dirty="0">
                <a:solidFill>
                  <a:srgbClr val="FFFFFF"/>
                </a:solidFill>
              </a:rPr>
              <a:t> 	</a:t>
            </a:r>
            <a:r>
              <a:rPr lang="en-GB" sz="1600" b="1" i="1" dirty="0" err="1">
                <a:solidFill>
                  <a:srgbClr val="FFFFFF"/>
                </a:solidFill>
              </a:rPr>
              <a:t>Qianhao</a:t>
            </a:r>
            <a:r>
              <a:rPr lang="en-GB" sz="1600" b="1" i="1" dirty="0">
                <a:solidFill>
                  <a:srgbClr val="FFFFFF"/>
                </a:solidFill>
              </a:rPr>
              <a:t> Li 	</a:t>
            </a:r>
            <a:r>
              <a:rPr lang="en-GB" sz="1600" b="1" i="1" dirty="0" err="1">
                <a:solidFill>
                  <a:srgbClr val="FFFFFF"/>
                </a:solidFill>
              </a:rPr>
              <a:t>Xinhao</a:t>
            </a:r>
            <a:r>
              <a:rPr lang="en-GB" sz="1600" b="1" i="1" dirty="0">
                <a:solidFill>
                  <a:srgbClr val="FFFFFF"/>
                </a:solidFill>
              </a:rPr>
              <a:t> Zhou 	Emmanuel Julius.</a:t>
            </a:r>
            <a:endParaRPr lang="en-US" sz="1600" i="1" dirty="0">
              <a:solidFill>
                <a:schemeClr val="bg1"/>
              </a:solidFill>
            </a:endParaRPr>
          </a:p>
          <a:p>
            <a:pPr algn="ctr"/>
            <a:endParaRPr lang="en-GB" sz="2400" dirty="0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14341" name="Picture 1" descr="TAB_allwhit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509588"/>
            <a:ext cx="1529432" cy="653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576064"/>
          </a:xfrm>
        </p:spPr>
        <p:txBody>
          <a:bodyPr/>
          <a:lstStyle/>
          <a:p>
            <a:r>
              <a:rPr lang="en-GB" sz="3000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44824"/>
            <a:ext cx="8964488" cy="4281339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Parameters of choice;</a:t>
            </a:r>
          </a:p>
          <a:p>
            <a:pPr marL="0" indent="0">
              <a:buNone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Temperature (TREFMXAV), precipitation rate (PSRN), and specific humidity (TREFHT)</a:t>
            </a:r>
          </a:p>
          <a:p>
            <a:pPr marL="0" indent="0">
              <a:buNone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Analyses conducted;</a:t>
            </a:r>
          </a:p>
          <a:p>
            <a:pPr marL="0" indent="0">
              <a:buNone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analysis, Correlation, </a:t>
            </a:r>
          </a:p>
          <a:p>
            <a:pPr marL="0" indent="0">
              <a:buNone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  <a:p>
            <a:pPr marL="0" indent="0">
              <a:buNone/>
            </a:pPr>
            <a:r>
              <a:rPr lang="en-GB" sz="1800" b="1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Specific objectives;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investigate long term-trends in temperature, precipitation and humidity.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identify the correlation between parameters.</a:t>
            </a:r>
          </a:p>
          <a:p>
            <a:pPr marL="400050" indent="-400050">
              <a:buFont typeface="+mj-lt"/>
              <a:buAutoNum type="romanLcPeriod"/>
            </a:pPr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To quantify the changes in the frequency and intensity of extreme precipitation events and their implications.</a:t>
            </a:r>
          </a:p>
          <a:p>
            <a:pPr marL="400050" indent="-400050">
              <a:buFont typeface="+mj-lt"/>
              <a:buAutoNum type="romanLcPeriod"/>
            </a:pPr>
            <a:endParaRPr lang="en-GB" sz="1800" dirty="0">
              <a:ln>
                <a:solidFill>
                  <a:srgbClr val="FFFFFF"/>
                </a:solidFill>
              </a:ln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30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in temperature</a:t>
            </a:r>
            <a:endParaRPr lang="en-GB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7C2A29-22DC-4688-852B-91F67F540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8" y="2492375"/>
            <a:ext cx="7008019" cy="3633788"/>
          </a:xfr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in humidity</a:t>
            </a:r>
            <a:endParaRPr lang="en-GB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9B51B36-D9E4-431A-931C-6699692A9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29" y="2492375"/>
            <a:ext cx="7067717" cy="3633788"/>
          </a:xfrm>
        </p:spPr>
      </p:pic>
    </p:spTree>
    <p:extLst>
      <p:ext uri="{BB962C8B-B14F-4D97-AF65-F5344CB8AC3E}">
        <p14:creationId xmlns:p14="http://schemas.microsoft.com/office/powerpoint/2010/main" val="258294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Trend in precipitation</a:t>
            </a:r>
            <a:endParaRPr lang="en-GB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6C78A4-47F8-411B-95A7-53DC8F0C2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15" y="2492375"/>
            <a:ext cx="6793345" cy="3633788"/>
          </a:xfrm>
        </p:spPr>
      </p:pic>
    </p:spTree>
    <p:extLst>
      <p:ext uri="{BB962C8B-B14F-4D97-AF65-F5344CB8AC3E}">
        <p14:creationId xmlns:p14="http://schemas.microsoft.com/office/powerpoint/2010/main" val="28988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Temp-humidity correlation</a:t>
            </a:r>
            <a:endParaRPr lang="en-GB" sz="1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8E6401-6337-4869-98F3-C7EEA61FE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05" y="2492375"/>
            <a:ext cx="6068365" cy="3633788"/>
          </a:xfrm>
        </p:spPr>
      </p:pic>
    </p:spTree>
    <p:extLst>
      <p:ext uri="{BB962C8B-B14F-4D97-AF65-F5344CB8AC3E}">
        <p14:creationId xmlns:p14="http://schemas.microsoft.com/office/powerpoint/2010/main" val="193449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Temp-precipitation correlation</a:t>
            </a:r>
            <a:endParaRPr lang="en-GB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2AD26C-5045-4EF8-B5C6-5396AAA46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901" y="2492375"/>
            <a:ext cx="5860373" cy="3633788"/>
          </a:xfrm>
        </p:spPr>
      </p:pic>
    </p:spTree>
    <p:extLst>
      <p:ext uri="{BB962C8B-B14F-4D97-AF65-F5344CB8AC3E}">
        <p14:creationId xmlns:p14="http://schemas.microsoft.com/office/powerpoint/2010/main" val="12492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Humidity-precipitation correlation</a:t>
            </a:r>
            <a:endParaRPr lang="en-GB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D81BB9-DB42-4B11-9CF4-4E4AAFCB0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924" y="2492375"/>
            <a:ext cx="6032327" cy="3633788"/>
          </a:xfrm>
        </p:spPr>
      </p:pic>
    </p:spTree>
    <p:extLst>
      <p:ext uri="{BB962C8B-B14F-4D97-AF65-F5344CB8AC3E}">
        <p14:creationId xmlns:p14="http://schemas.microsoft.com/office/powerpoint/2010/main" val="136527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Frequency of extreme precipitation events</a:t>
            </a:r>
            <a:endParaRPr lang="en-GB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B19DE-CCDD-4F03-9643-FAEA86AB8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42" y="2060848"/>
            <a:ext cx="8228088" cy="4104455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743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Intensity of extreme precipitation events</a:t>
            </a:r>
            <a:endParaRPr lang="en-GB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25F6C-09D1-4687-AACA-EB1DA23BF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86" y="2060575"/>
            <a:ext cx="8143204" cy="4321175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605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8486600" cy="648072"/>
          </a:xfrm>
        </p:spPr>
        <p:txBody>
          <a:bodyPr/>
          <a:lstStyle/>
          <a:p>
            <a:r>
              <a:rPr lang="en-GB" sz="18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</a:rPr>
              <a:t>Implications of the projected changes</a:t>
            </a:r>
            <a:endParaRPr lang="en-GB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060848"/>
            <a:ext cx="8229600" cy="4320480"/>
          </a:xfrm>
          <a:noFill/>
          <a:ln>
            <a:noFill/>
          </a:ln>
        </p:spPr>
        <p:txBody>
          <a:bodyPr/>
          <a:lstStyle/>
          <a:p>
            <a:r>
              <a:rPr lang="en-US" sz="2400" dirty="0"/>
              <a:t>Be uniform in size</a:t>
            </a:r>
          </a:p>
          <a:p>
            <a:r>
              <a:rPr lang="en-US" sz="2400" dirty="0"/>
              <a:t>Compliment the content</a:t>
            </a:r>
          </a:p>
          <a:p>
            <a:r>
              <a:rPr lang="en-US" sz="2400" dirty="0"/>
              <a:t>Not impact on the copy area</a:t>
            </a:r>
          </a:p>
          <a:p>
            <a:endParaRPr lang="en-GB" sz="2400" dirty="0"/>
          </a:p>
        </p:txBody>
      </p:sp>
      <p:pic>
        <p:nvPicPr>
          <p:cNvPr id="10" name="Picture 9" descr="UoM-20140326_DSCF2448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9872" y="4365104"/>
            <a:ext cx="2520280" cy="1890210"/>
          </a:xfrm>
          <a:prstGeom prst="rect">
            <a:avLst/>
          </a:prstGeom>
        </p:spPr>
      </p:pic>
      <p:pic>
        <p:nvPicPr>
          <p:cNvPr id="11" name="Picture 10" descr="AerialView1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552" y="4365104"/>
            <a:ext cx="2496278" cy="1890210"/>
          </a:xfrm>
          <a:prstGeom prst="rect">
            <a:avLst/>
          </a:prstGeom>
        </p:spPr>
      </p:pic>
      <p:pic>
        <p:nvPicPr>
          <p:cNvPr id="12" name="Picture 11" descr="Broaden Your Studies 4 NEW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2200" y="4365104"/>
            <a:ext cx="2520280" cy="18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29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7910536" cy="576064"/>
          </a:xfrm>
        </p:spPr>
        <p:txBody>
          <a:bodyPr/>
          <a:lstStyle/>
          <a:p>
            <a:r>
              <a:rPr lang="en-US" sz="2800" dirty="0"/>
              <a:t>Conclusion</a:t>
            </a:r>
            <a:endParaRPr lang="en-GB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892966"/>
            <a:ext cx="8229600" cy="3633267"/>
          </a:xfrm>
          <a:noFill/>
          <a:ln>
            <a:noFill/>
          </a:ln>
        </p:spPr>
        <p:txBody>
          <a:bodyPr/>
          <a:lstStyle/>
          <a:p>
            <a:r>
              <a:rPr lang="en-US" sz="2400" dirty="0"/>
              <a:t>Conclusion remarks of the findings</a:t>
            </a:r>
          </a:p>
          <a:p>
            <a:r>
              <a:rPr lang="en-US" sz="2400" dirty="0"/>
              <a:t>Lesson learnt and possible limitations</a:t>
            </a:r>
          </a:p>
          <a:p>
            <a:r>
              <a:rPr lang="en-US" sz="2400" dirty="0"/>
              <a:t>Recommendations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10" name="Picture 9" descr="UoM-20140326_DSCF2448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9872" y="4581128"/>
            <a:ext cx="2520280" cy="1890210"/>
          </a:xfrm>
          <a:prstGeom prst="rect">
            <a:avLst/>
          </a:prstGeom>
        </p:spPr>
      </p:pic>
      <p:pic>
        <p:nvPicPr>
          <p:cNvPr id="11" name="Picture 10" descr="AerialView1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552" y="4581128"/>
            <a:ext cx="2496278" cy="1872208"/>
          </a:xfrm>
          <a:prstGeom prst="rect">
            <a:avLst/>
          </a:prstGeom>
        </p:spPr>
      </p:pic>
      <p:pic>
        <p:nvPicPr>
          <p:cNvPr id="12" name="Picture 11" descr="Broaden Your Studies 4 NEW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2200" y="4581128"/>
            <a:ext cx="2520280" cy="18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9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270</TotalTime>
  <Words>177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Introduction</vt:lpstr>
      <vt:lpstr>Trend in temperature</vt:lpstr>
      <vt:lpstr>Trend in humidity</vt:lpstr>
      <vt:lpstr>Trend in precipitation</vt:lpstr>
      <vt:lpstr>Temp-humidity correlation</vt:lpstr>
      <vt:lpstr>Temp-precipitation correlation</vt:lpstr>
      <vt:lpstr>Humidity-precipitation correlation</vt:lpstr>
      <vt:lpstr>Frequency of extreme precipitation events</vt:lpstr>
      <vt:lpstr>Intensity of extreme precipitation events</vt:lpstr>
      <vt:lpstr>Implications of the projected changes</vt:lpstr>
      <vt:lpstr>Conclusion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Emmanuel Julius</cp:lastModifiedBy>
  <cp:revision>28</cp:revision>
  <dcterms:created xsi:type="dcterms:W3CDTF">2012-06-12T15:56:20Z</dcterms:created>
  <dcterms:modified xsi:type="dcterms:W3CDTF">2026-02-23T11:39:47Z</dcterms:modified>
</cp:coreProperties>
</file>