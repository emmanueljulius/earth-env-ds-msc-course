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80" r:id="rId4"/>
    <p:sldId id="281" r:id="rId5"/>
    <p:sldId id="260" r:id="rId6"/>
    <p:sldId id="261" r:id="rId7"/>
    <p:sldId id="262" r:id="rId8"/>
    <p:sldId id="263" r:id="rId9"/>
    <p:sldId id="276" r:id="rId10"/>
    <p:sldId id="277" r:id="rId11"/>
    <p:sldId id="278" r:id="rId12"/>
    <p:sldId id="279" r:id="rId13"/>
    <p:sldId id="271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2" autoAdjust="0"/>
  </p:normalViewPr>
  <p:slideViewPr>
    <p:cSldViewPr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Julius" userId="524aa7b1-1fb0-4b9e-a100-a8ce89081a97" providerId="ADAL" clId="{D0150D4A-7258-465D-9E6C-C1FD8485770C}"/>
    <pc:docChg chg="undo custSel addSld delSld modSld modMainMaster">
      <pc:chgData name="Emmanuel Julius" userId="524aa7b1-1fb0-4b9e-a100-a8ce89081a97" providerId="ADAL" clId="{D0150D4A-7258-465D-9E6C-C1FD8485770C}" dt="2026-02-22T23:07:09.915" v="704" actId="2696"/>
      <pc:docMkLst>
        <pc:docMk/>
      </pc:docMkLst>
      <pc:sldChg chg="modSp mod">
        <pc:chgData name="Emmanuel Julius" userId="524aa7b1-1fb0-4b9e-a100-a8ce89081a97" providerId="ADAL" clId="{D0150D4A-7258-465D-9E6C-C1FD8485770C}" dt="2026-02-22T23:01:33.784" v="659" actId="14100"/>
        <pc:sldMkLst>
          <pc:docMk/>
          <pc:sldMk cId="0" sldId="257"/>
        </pc:sldMkLst>
        <pc:spChg chg="mod">
          <ac:chgData name="Emmanuel Julius" userId="524aa7b1-1fb0-4b9e-a100-a8ce89081a97" providerId="ADAL" clId="{D0150D4A-7258-465D-9E6C-C1FD8485770C}" dt="2026-02-22T23:01:07.177" v="653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0" sldId="257"/>
            <ac:spMk id="3" creationId="{00000000-0000-0000-0000-000000000000}"/>
          </ac:spMkLst>
        </pc:spChg>
        <pc:picChg chg="mod">
          <ac:chgData name="Emmanuel Julius" userId="524aa7b1-1fb0-4b9e-a100-a8ce89081a97" providerId="ADAL" clId="{D0150D4A-7258-465D-9E6C-C1FD8485770C}" dt="2026-02-22T23:01:28.656" v="657" actId="14100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Emmanuel Julius" userId="524aa7b1-1fb0-4b9e-a100-a8ce89081a97" providerId="ADAL" clId="{D0150D4A-7258-465D-9E6C-C1FD8485770C}" dt="2026-02-22T23:01:23.249" v="655" actId="14100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Emmanuel Julius" userId="524aa7b1-1fb0-4b9e-a100-a8ce89081a97" providerId="ADAL" clId="{D0150D4A-7258-465D-9E6C-C1FD8485770C}" dt="2026-02-22T23:01:33.784" v="659" actId="14100"/>
          <ac:picMkLst>
            <pc:docMk/>
            <pc:sldMk cId="0" sldId="257"/>
            <ac:picMk id="12" creationId="{00000000-0000-0000-0000-000000000000}"/>
          </ac:picMkLst>
        </pc:picChg>
      </pc:sldChg>
      <pc:sldChg chg="modSp mod">
        <pc:chgData name="Emmanuel Julius" userId="524aa7b1-1fb0-4b9e-a100-a8ce89081a97" providerId="ADAL" clId="{D0150D4A-7258-465D-9E6C-C1FD8485770C}" dt="2026-02-22T22:46:23.172" v="357" actId="20577"/>
        <pc:sldMkLst>
          <pc:docMk/>
          <pc:sldMk cId="1184718" sldId="258"/>
        </pc:sldMkLst>
        <pc:spChg chg="mod">
          <ac:chgData name="Emmanuel Julius" userId="524aa7b1-1fb0-4b9e-a100-a8ce89081a97" providerId="ADAL" clId="{D0150D4A-7258-465D-9E6C-C1FD8485770C}" dt="2026-02-22T22:46:23.172" v="357" actId="20577"/>
          <ac:spMkLst>
            <pc:docMk/>
            <pc:sldMk cId="1184718" sldId="258"/>
            <ac:spMk id="14338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29:30.324" v="19" actId="14100"/>
          <ac:spMkLst>
            <pc:docMk/>
            <pc:sldMk cId="1184718" sldId="258"/>
            <ac:spMk id="14339" creationId="{00000000-0000-0000-0000-000000000000}"/>
          </ac:spMkLst>
        </pc:spChg>
        <pc:picChg chg="mod">
          <ac:chgData name="Emmanuel Julius" userId="524aa7b1-1fb0-4b9e-a100-a8ce89081a97" providerId="ADAL" clId="{D0150D4A-7258-465D-9E6C-C1FD8485770C}" dt="2026-02-22T22:30:58.567" v="24" actId="1076"/>
          <ac:picMkLst>
            <pc:docMk/>
            <pc:sldMk cId="1184718" sldId="258"/>
            <ac:picMk id="14337" creationId="{00000000-0000-0000-0000-000000000000}"/>
          </ac:picMkLst>
        </pc:picChg>
        <pc:picChg chg="mod">
          <ac:chgData name="Emmanuel Julius" userId="524aa7b1-1fb0-4b9e-a100-a8ce89081a97" providerId="ADAL" clId="{D0150D4A-7258-465D-9E6C-C1FD8485770C}" dt="2026-02-22T22:30:01.681" v="22" actId="14100"/>
          <ac:picMkLst>
            <pc:docMk/>
            <pc:sldMk cId="1184718" sldId="258"/>
            <ac:picMk id="14341" creationId="{00000000-0000-0000-0000-000000000000}"/>
          </ac:picMkLst>
        </pc:picChg>
      </pc:sldChg>
      <pc:sldChg chg="addSp delSp modSp mod">
        <pc:chgData name="Emmanuel Julius" userId="524aa7b1-1fb0-4b9e-a100-a8ce89081a97" providerId="ADAL" clId="{D0150D4A-7258-465D-9E6C-C1FD8485770C}" dt="2026-02-22T22:57:28.363" v="648" actId="20577"/>
        <pc:sldMkLst>
          <pc:docMk/>
          <pc:sldMk cId="1590302159" sldId="259"/>
        </pc:sldMkLst>
        <pc:spChg chg="add del mod">
          <ac:chgData name="Emmanuel Julius" userId="524aa7b1-1fb0-4b9e-a100-a8ce89081a97" providerId="ADAL" clId="{D0150D4A-7258-465D-9E6C-C1FD8485770C}" dt="2026-02-22T22:39:00.357" v="139" actId="14100"/>
          <ac:spMkLst>
            <pc:docMk/>
            <pc:sldMk cId="1590302159" sldId="259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57:28.363" v="648" actId="20577"/>
          <ac:spMkLst>
            <pc:docMk/>
            <pc:sldMk cId="1590302159" sldId="259"/>
            <ac:spMk id="3" creationId="{00000000-0000-0000-0000-000000000000}"/>
          </ac:spMkLst>
        </pc:spChg>
        <pc:picChg chg="del">
          <ac:chgData name="Emmanuel Julius" userId="524aa7b1-1fb0-4b9e-a100-a8ce89081a97" providerId="ADAL" clId="{D0150D4A-7258-465D-9E6C-C1FD8485770C}" dt="2026-02-22T22:32:18.011" v="25" actId="478"/>
          <ac:picMkLst>
            <pc:docMk/>
            <pc:sldMk cId="1590302159" sldId="259"/>
            <ac:picMk id="4" creationId="{00000000-0000-0000-0000-000000000000}"/>
          </ac:picMkLst>
        </pc:picChg>
        <pc:picChg chg="add del mod">
          <ac:chgData name="Emmanuel Julius" userId="524aa7b1-1fb0-4b9e-a100-a8ce89081a97" providerId="ADAL" clId="{D0150D4A-7258-465D-9E6C-C1FD8485770C}" dt="2026-02-22T22:35:23.952" v="60" actId="478"/>
          <ac:picMkLst>
            <pc:docMk/>
            <pc:sldMk cId="1590302159" sldId="259"/>
            <ac:picMk id="5" creationId="{00000000-0000-0000-0000-000000000000}"/>
          </ac:picMkLst>
        </pc:picChg>
      </pc:sldChg>
      <pc:sldChg chg="modSp del">
        <pc:chgData name="Emmanuel Julius" userId="524aa7b1-1fb0-4b9e-a100-a8ce89081a97" providerId="ADAL" clId="{D0150D4A-7258-465D-9E6C-C1FD8485770C}" dt="2026-02-22T23:06:56.251" v="701" actId="2696"/>
        <pc:sldMkLst>
          <pc:docMk/>
          <pc:sldMk cId="4034105757" sldId="260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34105757" sldId="260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34105757" sldId="260"/>
            <ac:spMk id="3" creationId="{00000000-0000-0000-0000-000000000000}"/>
          </ac:spMkLst>
        </pc:spChg>
      </pc:sldChg>
      <pc:sldChg chg="modSp del">
        <pc:chgData name="Emmanuel Julius" userId="524aa7b1-1fb0-4b9e-a100-a8ce89081a97" providerId="ADAL" clId="{D0150D4A-7258-465D-9E6C-C1FD8485770C}" dt="2026-02-22T23:07:00.145" v="702" actId="2696"/>
        <pc:sldMkLst>
          <pc:docMk/>
          <pc:sldMk cId="4001276718" sldId="261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01276718" sldId="261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01276718" sldId="261"/>
            <ac:spMk id="3" creationId="{00000000-0000-0000-0000-000000000000}"/>
          </ac:spMkLst>
        </pc:spChg>
      </pc:sldChg>
      <pc:sldChg chg="modSp del">
        <pc:chgData name="Emmanuel Julius" userId="524aa7b1-1fb0-4b9e-a100-a8ce89081a97" providerId="ADAL" clId="{D0150D4A-7258-465D-9E6C-C1FD8485770C}" dt="2026-02-22T23:07:03.387" v="703" actId="2696"/>
        <pc:sldMkLst>
          <pc:docMk/>
          <pc:sldMk cId="1780827267" sldId="262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1780827267" sldId="262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1780827267" sldId="262"/>
            <ac:spMk id="3" creationId="{00000000-0000-0000-0000-000000000000}"/>
          </ac:spMkLst>
        </pc:spChg>
      </pc:sldChg>
      <pc:sldChg chg="modSp del">
        <pc:chgData name="Emmanuel Julius" userId="524aa7b1-1fb0-4b9e-a100-a8ce89081a97" providerId="ADAL" clId="{D0150D4A-7258-465D-9E6C-C1FD8485770C}" dt="2026-02-22T23:07:09.915" v="704" actId="2696"/>
        <pc:sldMkLst>
          <pc:docMk/>
          <pc:sldMk cId="3063959292" sldId="263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3063959292" sldId="263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3063959292" sldId="263"/>
            <ac:spMk id="3" creationId="{00000000-0000-0000-0000-000000000000}"/>
          </ac:spMkLst>
        </pc:spChg>
      </pc:sldChg>
      <pc:sldChg chg="modSp">
        <pc:chgData name="Emmanuel Julius" userId="524aa7b1-1fb0-4b9e-a100-a8ce89081a97" providerId="ADAL" clId="{D0150D4A-7258-465D-9E6C-C1FD8485770C}" dt="2026-02-22T22:34:46.556" v="59"/>
        <pc:sldMkLst>
          <pc:docMk/>
          <pc:sldMk cId="4085805374" sldId="264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85805374" sldId="264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85805374" sldId="264"/>
            <ac:spMk id="3" creationId="{00000000-0000-0000-0000-000000000000}"/>
          </ac:spMkLst>
        </pc:spChg>
      </pc:sldChg>
      <pc:sldChg chg="modSp mod">
        <pc:chgData name="Emmanuel Julius" userId="524aa7b1-1fb0-4b9e-a100-a8ce89081a97" providerId="ADAL" clId="{D0150D4A-7258-465D-9E6C-C1FD8485770C}" dt="2026-02-22T23:02:04.120" v="660" actId="14100"/>
        <pc:sldMkLst>
          <pc:docMk/>
          <pc:sldMk cId="2279192840" sldId="265"/>
        </pc:sldMkLst>
        <pc:spChg chg="mod">
          <ac:chgData name="Emmanuel Julius" userId="524aa7b1-1fb0-4b9e-a100-a8ce89081a97" providerId="ADAL" clId="{D0150D4A-7258-465D-9E6C-C1FD8485770C}" dt="2026-02-22T23:02:04.120" v="660" actId="14100"/>
          <ac:spMkLst>
            <pc:docMk/>
            <pc:sldMk cId="2279192840" sldId="265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2279192840" sldId="265"/>
            <ac:spMk id="3" creationId="{00000000-0000-0000-0000-000000000000}"/>
          </ac:spMkLst>
        </pc:spChg>
      </pc:sldChg>
      <pc:sldChg chg="modSp add mod">
        <pc:chgData name="Emmanuel Julius" userId="524aa7b1-1fb0-4b9e-a100-a8ce89081a97" providerId="ADAL" clId="{D0150D4A-7258-465D-9E6C-C1FD8485770C}" dt="2026-02-22T23:02:56.963" v="672" actId="14100"/>
        <pc:sldMkLst>
          <pc:docMk/>
          <pc:sldMk cId="1934497039" sldId="266"/>
        </pc:sldMkLst>
        <pc:spChg chg="mod">
          <ac:chgData name="Emmanuel Julius" userId="524aa7b1-1fb0-4b9e-a100-a8ce89081a97" providerId="ADAL" clId="{D0150D4A-7258-465D-9E6C-C1FD8485770C}" dt="2026-02-22T23:02:45.848" v="670" actId="20577"/>
          <ac:spMkLst>
            <pc:docMk/>
            <pc:sldMk cId="1934497039" sldId="266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3:02:56.963" v="672" actId="14100"/>
          <ac:spMkLst>
            <pc:docMk/>
            <pc:sldMk cId="1934497039" sldId="266"/>
            <ac:spMk id="3" creationId="{00000000-0000-0000-0000-000000000000}"/>
          </ac:spMkLst>
        </pc:spChg>
      </pc:sldChg>
      <pc:sldChg chg="modSp add mod">
        <pc:chgData name="Emmanuel Julius" userId="524aa7b1-1fb0-4b9e-a100-a8ce89081a97" providerId="ADAL" clId="{D0150D4A-7258-465D-9E6C-C1FD8485770C}" dt="2026-02-22T23:04:30.767" v="693" actId="20577"/>
        <pc:sldMkLst>
          <pc:docMk/>
          <pc:sldMk cId="3987434597" sldId="267"/>
        </pc:sldMkLst>
        <pc:spChg chg="mod">
          <ac:chgData name="Emmanuel Julius" userId="524aa7b1-1fb0-4b9e-a100-a8ce89081a97" providerId="ADAL" clId="{D0150D4A-7258-465D-9E6C-C1FD8485770C}" dt="2026-02-22T23:04:30.767" v="693" actId="20577"/>
          <ac:spMkLst>
            <pc:docMk/>
            <pc:sldMk cId="3987434597" sldId="267"/>
            <ac:spMk id="2" creationId="{00000000-0000-0000-0000-000000000000}"/>
          </ac:spMkLst>
        </pc:spChg>
      </pc:sldChg>
      <pc:sldChg chg="modSp add mod">
        <pc:chgData name="Emmanuel Julius" userId="524aa7b1-1fb0-4b9e-a100-a8ce89081a97" providerId="ADAL" clId="{D0150D4A-7258-465D-9E6C-C1FD8485770C}" dt="2026-02-22T23:06:19.920" v="698" actId="20577"/>
        <pc:sldMkLst>
          <pc:docMk/>
          <pc:sldMk cId="3546054515" sldId="268"/>
        </pc:sldMkLst>
        <pc:spChg chg="mod">
          <ac:chgData name="Emmanuel Julius" userId="524aa7b1-1fb0-4b9e-a100-a8ce89081a97" providerId="ADAL" clId="{D0150D4A-7258-465D-9E6C-C1FD8485770C}" dt="2026-02-22T23:06:19.920" v="698" actId="20577"/>
          <ac:spMkLst>
            <pc:docMk/>
            <pc:sldMk cId="3546054515" sldId="268"/>
            <ac:spMk id="2" creationId="{00000000-0000-0000-0000-000000000000}"/>
          </ac:spMkLst>
        </pc:spChg>
      </pc:sldChg>
      <pc:sldChg chg="add">
        <pc:chgData name="Emmanuel Julius" userId="524aa7b1-1fb0-4b9e-a100-a8ce89081a97" providerId="ADAL" clId="{D0150D4A-7258-465D-9E6C-C1FD8485770C}" dt="2026-02-22T23:06:42.483" v="699" actId="2890"/>
        <pc:sldMkLst>
          <pc:docMk/>
          <pc:sldMk cId="1230863265" sldId="269"/>
        </pc:sldMkLst>
      </pc:sldChg>
      <pc:sldChg chg="add">
        <pc:chgData name="Emmanuel Julius" userId="524aa7b1-1fb0-4b9e-a100-a8ce89081a97" providerId="ADAL" clId="{D0150D4A-7258-465D-9E6C-C1FD8485770C}" dt="2026-02-22T23:06:46.746" v="700" actId="2890"/>
        <pc:sldMkLst>
          <pc:docMk/>
          <pc:sldMk cId="515476939" sldId="270"/>
        </pc:sldMkLst>
      </pc:sldChg>
      <pc:sldMasterChg chg="addSp modSldLayout">
        <pc:chgData name="Emmanuel Julius" userId="524aa7b1-1fb0-4b9e-a100-a8ce89081a97" providerId="ADAL" clId="{D0150D4A-7258-465D-9E6C-C1FD8485770C}" dt="2026-02-22T22:32:59.540" v="32"/>
        <pc:sldMasterMkLst>
          <pc:docMk/>
          <pc:sldMasterMk cId="3662181533" sldId="2147483660"/>
        </pc:sldMasterMkLst>
        <pc:picChg chg="add">
          <ac:chgData name="Emmanuel Julius" userId="524aa7b1-1fb0-4b9e-a100-a8ce89081a97" providerId="ADAL" clId="{D0150D4A-7258-465D-9E6C-C1FD8485770C}" dt="2026-02-22T22:32:59.540" v="32"/>
          <ac:picMkLst>
            <pc:docMk/>
            <pc:sldMasterMk cId="3662181533" sldId="2147483660"/>
            <ac:picMk id="7" creationId="{BAE0DCA9-FFAC-447B-831B-D9095468659C}"/>
          </ac:picMkLst>
        </pc:picChg>
        <pc:picChg chg="add">
          <ac:chgData name="Emmanuel Julius" userId="524aa7b1-1fb0-4b9e-a100-a8ce89081a97" providerId="ADAL" clId="{D0150D4A-7258-465D-9E6C-C1FD8485770C}" dt="2026-02-22T22:32:59.540" v="32"/>
          <ac:picMkLst>
            <pc:docMk/>
            <pc:sldMasterMk cId="3662181533" sldId="2147483660"/>
            <ac:picMk id="8" creationId="{8B17E7D1-A3F9-4971-B114-F18352A3D1C3}"/>
          </ac:picMkLst>
        </pc:picChg>
        <pc:sldLayoutChg chg="addSp">
          <pc:chgData name="Emmanuel Julius" userId="524aa7b1-1fb0-4b9e-a100-a8ce89081a97" providerId="ADAL" clId="{D0150D4A-7258-465D-9E6C-C1FD8485770C}" dt="2026-02-22T22:32:59.540" v="32"/>
          <pc:sldLayoutMkLst>
            <pc:docMk/>
            <pc:sldMasterMk cId="3662181533" sldId="2147483660"/>
            <pc:sldLayoutMk cId="2881162151" sldId="2147483663"/>
          </pc:sldLayoutMkLst>
          <pc:picChg chg="add">
            <ac:chgData name="Emmanuel Julius" userId="524aa7b1-1fb0-4b9e-a100-a8ce89081a97" providerId="ADAL" clId="{D0150D4A-7258-465D-9E6C-C1FD8485770C}" dt="2026-02-22T22:32:59.540" v="32"/>
            <ac:picMkLst>
              <pc:docMk/>
              <pc:sldMasterMk cId="3662181533" sldId="2147483660"/>
              <pc:sldLayoutMk cId="2881162151" sldId="2147483663"/>
              <ac:picMk id="7" creationId="{F0B9B48B-B4CD-4119-BE1C-386A63069A2C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07.552" v="33"/>
        <pc:sldMasterMkLst>
          <pc:docMk/>
          <pc:sldMasterMk cId="3754628624" sldId="2147483672"/>
        </pc:sldMasterMkLst>
        <pc:picChg chg="add">
          <ac:chgData name="Emmanuel Julius" userId="524aa7b1-1fb0-4b9e-a100-a8ce89081a97" providerId="ADAL" clId="{D0150D4A-7258-465D-9E6C-C1FD8485770C}" dt="2026-02-22T22:33:07.552" v="33"/>
          <ac:picMkLst>
            <pc:docMk/>
            <pc:sldMasterMk cId="3754628624" sldId="2147483672"/>
            <ac:picMk id="7" creationId="{7DC93B73-E439-44FC-9AC0-FE36D6A36B53}"/>
          </ac:picMkLst>
        </pc:picChg>
        <pc:picChg chg="add">
          <ac:chgData name="Emmanuel Julius" userId="524aa7b1-1fb0-4b9e-a100-a8ce89081a97" providerId="ADAL" clId="{D0150D4A-7258-465D-9E6C-C1FD8485770C}" dt="2026-02-22T22:33:07.552" v="33"/>
          <ac:picMkLst>
            <pc:docMk/>
            <pc:sldMasterMk cId="3754628624" sldId="2147483672"/>
            <ac:picMk id="8" creationId="{77AC1A0F-3F4F-48E9-A1F9-A49E3655609C}"/>
          </ac:picMkLst>
        </pc:picChg>
        <pc:sldLayoutChg chg="addSp">
          <pc:chgData name="Emmanuel Julius" userId="524aa7b1-1fb0-4b9e-a100-a8ce89081a97" providerId="ADAL" clId="{D0150D4A-7258-465D-9E6C-C1FD8485770C}" dt="2026-02-22T22:33:07.552" v="33"/>
          <pc:sldLayoutMkLst>
            <pc:docMk/>
            <pc:sldMasterMk cId="3754628624" sldId="2147483672"/>
            <pc:sldLayoutMk cId="181207192" sldId="2147483675"/>
          </pc:sldLayoutMkLst>
          <pc:picChg chg="add">
            <ac:chgData name="Emmanuel Julius" userId="524aa7b1-1fb0-4b9e-a100-a8ce89081a97" providerId="ADAL" clId="{D0150D4A-7258-465D-9E6C-C1FD8485770C}" dt="2026-02-22T22:33:07.552" v="33"/>
            <ac:picMkLst>
              <pc:docMk/>
              <pc:sldMasterMk cId="3754628624" sldId="2147483672"/>
              <pc:sldLayoutMk cId="181207192" sldId="2147483675"/>
              <ac:picMk id="7" creationId="{939D73CB-6480-43D1-98EF-8BE9BCC9BA2B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08.582" v="34"/>
        <pc:sldMasterMkLst>
          <pc:docMk/>
          <pc:sldMasterMk cId="1775266765" sldId="2147483684"/>
        </pc:sldMasterMkLst>
        <pc:picChg chg="add">
          <ac:chgData name="Emmanuel Julius" userId="524aa7b1-1fb0-4b9e-a100-a8ce89081a97" providerId="ADAL" clId="{D0150D4A-7258-465D-9E6C-C1FD8485770C}" dt="2026-02-22T22:33:08.582" v="34"/>
          <ac:picMkLst>
            <pc:docMk/>
            <pc:sldMasterMk cId="1775266765" sldId="2147483684"/>
            <ac:picMk id="7" creationId="{03F6546F-DDE5-4497-AD1B-E143D06C470E}"/>
          </ac:picMkLst>
        </pc:picChg>
        <pc:picChg chg="add">
          <ac:chgData name="Emmanuel Julius" userId="524aa7b1-1fb0-4b9e-a100-a8ce89081a97" providerId="ADAL" clId="{D0150D4A-7258-465D-9E6C-C1FD8485770C}" dt="2026-02-22T22:33:08.582" v="34"/>
          <ac:picMkLst>
            <pc:docMk/>
            <pc:sldMasterMk cId="1775266765" sldId="2147483684"/>
            <ac:picMk id="8" creationId="{008DF649-6548-40E0-91B9-9CD3676ED410}"/>
          </ac:picMkLst>
        </pc:picChg>
        <pc:sldLayoutChg chg="addSp">
          <pc:chgData name="Emmanuel Julius" userId="524aa7b1-1fb0-4b9e-a100-a8ce89081a97" providerId="ADAL" clId="{D0150D4A-7258-465D-9E6C-C1FD8485770C}" dt="2026-02-22T22:33:08.582" v="34"/>
          <pc:sldLayoutMkLst>
            <pc:docMk/>
            <pc:sldMasterMk cId="1775266765" sldId="2147483684"/>
            <pc:sldLayoutMk cId="1192048821" sldId="2147483687"/>
          </pc:sldLayoutMkLst>
          <pc:picChg chg="add">
            <ac:chgData name="Emmanuel Julius" userId="524aa7b1-1fb0-4b9e-a100-a8ce89081a97" providerId="ADAL" clId="{D0150D4A-7258-465D-9E6C-C1FD8485770C}" dt="2026-02-22T22:33:08.582" v="34"/>
            <ac:picMkLst>
              <pc:docMk/>
              <pc:sldMasterMk cId="1775266765" sldId="2147483684"/>
              <pc:sldLayoutMk cId="1192048821" sldId="2147483687"/>
              <ac:picMk id="7" creationId="{4A2677D7-00DD-4AF6-AE25-C6490DC51D7A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09.533" v="35"/>
        <pc:sldMasterMkLst>
          <pc:docMk/>
          <pc:sldMasterMk cId="3874204699" sldId="2147483696"/>
        </pc:sldMasterMkLst>
        <pc:picChg chg="add">
          <ac:chgData name="Emmanuel Julius" userId="524aa7b1-1fb0-4b9e-a100-a8ce89081a97" providerId="ADAL" clId="{D0150D4A-7258-465D-9E6C-C1FD8485770C}" dt="2026-02-22T22:33:09.533" v="35"/>
          <ac:picMkLst>
            <pc:docMk/>
            <pc:sldMasterMk cId="3874204699" sldId="2147483696"/>
            <ac:picMk id="7" creationId="{B47EC800-37F8-4300-A56E-E813BCB8FBB4}"/>
          </ac:picMkLst>
        </pc:picChg>
        <pc:picChg chg="add">
          <ac:chgData name="Emmanuel Julius" userId="524aa7b1-1fb0-4b9e-a100-a8ce89081a97" providerId="ADAL" clId="{D0150D4A-7258-465D-9E6C-C1FD8485770C}" dt="2026-02-22T22:33:09.533" v="35"/>
          <ac:picMkLst>
            <pc:docMk/>
            <pc:sldMasterMk cId="3874204699" sldId="2147483696"/>
            <ac:picMk id="8" creationId="{1BFD87A1-3268-44B4-B98C-408D54921C07}"/>
          </ac:picMkLst>
        </pc:picChg>
        <pc:sldLayoutChg chg="addSp">
          <pc:chgData name="Emmanuel Julius" userId="524aa7b1-1fb0-4b9e-a100-a8ce89081a97" providerId="ADAL" clId="{D0150D4A-7258-465D-9E6C-C1FD8485770C}" dt="2026-02-22T22:33:09.533" v="35"/>
          <pc:sldLayoutMkLst>
            <pc:docMk/>
            <pc:sldMasterMk cId="3874204699" sldId="2147483696"/>
            <pc:sldLayoutMk cId="552247973" sldId="2147483699"/>
          </pc:sldLayoutMkLst>
          <pc:picChg chg="add">
            <ac:chgData name="Emmanuel Julius" userId="524aa7b1-1fb0-4b9e-a100-a8ce89081a97" providerId="ADAL" clId="{D0150D4A-7258-465D-9E6C-C1FD8485770C}" dt="2026-02-22T22:33:09.533" v="35"/>
            <ac:picMkLst>
              <pc:docMk/>
              <pc:sldMasterMk cId="3874204699" sldId="2147483696"/>
              <pc:sldLayoutMk cId="552247973" sldId="2147483699"/>
              <ac:picMk id="7" creationId="{B394D041-1C2C-49B1-8D2F-4A9111192FE5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13.888" v="36"/>
        <pc:sldMasterMkLst>
          <pc:docMk/>
          <pc:sldMasterMk cId="4173165473" sldId="2147483708"/>
        </pc:sldMasterMkLst>
        <pc:picChg chg="add">
          <ac:chgData name="Emmanuel Julius" userId="524aa7b1-1fb0-4b9e-a100-a8ce89081a97" providerId="ADAL" clId="{D0150D4A-7258-465D-9E6C-C1FD8485770C}" dt="2026-02-22T22:33:13.888" v="36"/>
          <ac:picMkLst>
            <pc:docMk/>
            <pc:sldMasterMk cId="4173165473" sldId="2147483708"/>
            <ac:picMk id="7" creationId="{FA673111-D17D-444B-86B2-CC454F7C914C}"/>
          </ac:picMkLst>
        </pc:picChg>
        <pc:picChg chg="add">
          <ac:chgData name="Emmanuel Julius" userId="524aa7b1-1fb0-4b9e-a100-a8ce89081a97" providerId="ADAL" clId="{D0150D4A-7258-465D-9E6C-C1FD8485770C}" dt="2026-02-22T22:33:13.888" v="36"/>
          <ac:picMkLst>
            <pc:docMk/>
            <pc:sldMasterMk cId="4173165473" sldId="2147483708"/>
            <ac:picMk id="8" creationId="{C2E35B6E-4049-46DA-988B-6DDAEB8220FC}"/>
          </ac:picMkLst>
        </pc:picChg>
        <pc:sldLayoutChg chg="addSp">
          <pc:chgData name="Emmanuel Julius" userId="524aa7b1-1fb0-4b9e-a100-a8ce89081a97" providerId="ADAL" clId="{D0150D4A-7258-465D-9E6C-C1FD8485770C}" dt="2026-02-22T22:33:13.888" v="36"/>
          <pc:sldLayoutMkLst>
            <pc:docMk/>
            <pc:sldMasterMk cId="4173165473" sldId="2147483708"/>
            <pc:sldLayoutMk cId="3440180789" sldId="2147483711"/>
          </pc:sldLayoutMkLst>
          <pc:picChg chg="add">
            <ac:chgData name="Emmanuel Julius" userId="524aa7b1-1fb0-4b9e-a100-a8ce89081a97" providerId="ADAL" clId="{D0150D4A-7258-465D-9E6C-C1FD8485770C}" dt="2026-02-22T22:33:13.888" v="36"/>
            <ac:picMkLst>
              <pc:docMk/>
              <pc:sldMasterMk cId="4173165473" sldId="2147483708"/>
              <pc:sldLayoutMk cId="3440180789" sldId="2147483711"/>
              <ac:picMk id="7" creationId="{ECD632B5-02DA-40E5-AA3E-C98BC9B8E4FD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19.133" v="38"/>
        <pc:sldMasterMkLst>
          <pc:docMk/>
          <pc:sldMasterMk cId="2106531451" sldId="2147483720"/>
        </pc:sldMasterMkLst>
        <pc:picChg chg="add">
          <ac:chgData name="Emmanuel Julius" userId="524aa7b1-1fb0-4b9e-a100-a8ce89081a97" providerId="ADAL" clId="{D0150D4A-7258-465D-9E6C-C1FD8485770C}" dt="2026-02-22T22:33:19.133" v="38"/>
          <ac:picMkLst>
            <pc:docMk/>
            <pc:sldMasterMk cId="2106531451" sldId="2147483720"/>
            <ac:picMk id="7" creationId="{C49D9E3C-A465-4B92-82CE-0211ABA75572}"/>
          </ac:picMkLst>
        </pc:picChg>
        <pc:picChg chg="add">
          <ac:chgData name="Emmanuel Julius" userId="524aa7b1-1fb0-4b9e-a100-a8ce89081a97" providerId="ADAL" clId="{D0150D4A-7258-465D-9E6C-C1FD8485770C}" dt="2026-02-22T22:33:19.133" v="38"/>
          <ac:picMkLst>
            <pc:docMk/>
            <pc:sldMasterMk cId="2106531451" sldId="2147483720"/>
            <ac:picMk id="8" creationId="{E7A4836E-70F8-4F43-8784-422D0A7940F8}"/>
          </ac:picMkLst>
        </pc:picChg>
        <pc:sldLayoutChg chg="addSp">
          <pc:chgData name="Emmanuel Julius" userId="524aa7b1-1fb0-4b9e-a100-a8ce89081a97" providerId="ADAL" clId="{D0150D4A-7258-465D-9E6C-C1FD8485770C}" dt="2026-02-22T22:33:19.133" v="38"/>
          <pc:sldLayoutMkLst>
            <pc:docMk/>
            <pc:sldMasterMk cId="2106531451" sldId="2147483720"/>
            <pc:sldLayoutMk cId="2848209885" sldId="2147483723"/>
          </pc:sldLayoutMkLst>
          <pc:picChg chg="add">
            <ac:chgData name="Emmanuel Julius" userId="524aa7b1-1fb0-4b9e-a100-a8ce89081a97" providerId="ADAL" clId="{D0150D4A-7258-465D-9E6C-C1FD8485770C}" dt="2026-02-22T22:33:19.133" v="38"/>
            <ac:picMkLst>
              <pc:docMk/>
              <pc:sldMasterMk cId="2106531451" sldId="2147483720"/>
              <pc:sldLayoutMk cId="2848209885" sldId="2147483723"/>
              <ac:picMk id="7" creationId="{AF3F4767-BEAF-490A-AD65-79EBC3024FB3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0.088" v="39"/>
        <pc:sldMasterMkLst>
          <pc:docMk/>
          <pc:sldMasterMk cId="602756540" sldId="2147483732"/>
        </pc:sldMasterMkLst>
        <pc:picChg chg="add">
          <ac:chgData name="Emmanuel Julius" userId="524aa7b1-1fb0-4b9e-a100-a8ce89081a97" providerId="ADAL" clId="{D0150D4A-7258-465D-9E6C-C1FD8485770C}" dt="2026-02-22T22:33:20.088" v="39"/>
          <ac:picMkLst>
            <pc:docMk/>
            <pc:sldMasterMk cId="602756540" sldId="2147483732"/>
            <ac:picMk id="18" creationId="{D86A03D5-5D11-488B-B5FB-C9B344DE9F28}"/>
          </ac:picMkLst>
        </pc:picChg>
        <pc:picChg chg="add">
          <ac:chgData name="Emmanuel Julius" userId="524aa7b1-1fb0-4b9e-a100-a8ce89081a97" providerId="ADAL" clId="{D0150D4A-7258-465D-9E6C-C1FD8485770C}" dt="2026-02-22T22:33:20.088" v="39"/>
          <ac:picMkLst>
            <pc:docMk/>
            <pc:sldMasterMk cId="602756540" sldId="2147483732"/>
            <ac:picMk id="19" creationId="{7DF38D14-2B19-4872-B62B-813F0FC31DAF}"/>
          </ac:picMkLst>
        </pc:picChg>
        <pc:sldLayoutChg chg="addSp">
          <pc:chgData name="Emmanuel Julius" userId="524aa7b1-1fb0-4b9e-a100-a8ce89081a97" providerId="ADAL" clId="{D0150D4A-7258-465D-9E6C-C1FD8485770C}" dt="2026-02-22T22:33:20.088" v="39"/>
          <pc:sldLayoutMkLst>
            <pc:docMk/>
            <pc:sldMasterMk cId="602756540" sldId="2147483732"/>
            <pc:sldLayoutMk cId="286973573" sldId="2147483735"/>
          </pc:sldLayoutMkLst>
          <pc:picChg chg="add">
            <ac:chgData name="Emmanuel Julius" userId="524aa7b1-1fb0-4b9e-a100-a8ce89081a97" providerId="ADAL" clId="{D0150D4A-7258-465D-9E6C-C1FD8485770C}" dt="2026-02-22T22:33:20.088" v="39"/>
            <ac:picMkLst>
              <pc:docMk/>
              <pc:sldMasterMk cId="602756540" sldId="2147483732"/>
              <pc:sldLayoutMk cId="286973573" sldId="2147483735"/>
              <ac:picMk id="7" creationId="{A8F78E41-2DCA-4C90-8620-2F820F2792F2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2.016" v="40"/>
        <pc:sldMasterMkLst>
          <pc:docMk/>
          <pc:sldMasterMk cId="2673231303" sldId="2147483749"/>
        </pc:sldMasterMkLst>
        <pc:picChg chg="add">
          <ac:chgData name="Emmanuel Julius" userId="524aa7b1-1fb0-4b9e-a100-a8ce89081a97" providerId="ADAL" clId="{D0150D4A-7258-465D-9E6C-C1FD8485770C}" dt="2026-02-22T22:33:22.016" v="40"/>
          <ac:picMkLst>
            <pc:docMk/>
            <pc:sldMasterMk cId="2673231303" sldId="2147483749"/>
            <ac:picMk id="7" creationId="{68878ED0-9E76-4F27-B0A2-CF18D0301345}"/>
          </ac:picMkLst>
        </pc:picChg>
        <pc:picChg chg="add">
          <ac:chgData name="Emmanuel Julius" userId="524aa7b1-1fb0-4b9e-a100-a8ce89081a97" providerId="ADAL" clId="{D0150D4A-7258-465D-9E6C-C1FD8485770C}" dt="2026-02-22T22:33:22.016" v="40"/>
          <ac:picMkLst>
            <pc:docMk/>
            <pc:sldMasterMk cId="2673231303" sldId="2147483749"/>
            <ac:picMk id="8" creationId="{980BB624-7D22-408F-A989-B26123B1D93D}"/>
          </ac:picMkLst>
        </pc:picChg>
        <pc:sldLayoutChg chg="addSp">
          <pc:chgData name="Emmanuel Julius" userId="524aa7b1-1fb0-4b9e-a100-a8ce89081a97" providerId="ADAL" clId="{D0150D4A-7258-465D-9E6C-C1FD8485770C}" dt="2026-02-22T22:33:22.016" v="40"/>
          <pc:sldLayoutMkLst>
            <pc:docMk/>
            <pc:sldMasterMk cId="2673231303" sldId="2147483749"/>
            <pc:sldLayoutMk cId="1542135025" sldId="2147483752"/>
          </pc:sldLayoutMkLst>
          <pc:picChg chg="add">
            <ac:chgData name="Emmanuel Julius" userId="524aa7b1-1fb0-4b9e-a100-a8ce89081a97" providerId="ADAL" clId="{D0150D4A-7258-465D-9E6C-C1FD8485770C}" dt="2026-02-22T22:33:22.016" v="40"/>
            <ac:picMkLst>
              <pc:docMk/>
              <pc:sldMasterMk cId="2673231303" sldId="2147483749"/>
              <pc:sldLayoutMk cId="1542135025" sldId="2147483752"/>
              <ac:picMk id="7" creationId="{92864955-4C2E-4E89-AC30-6FE45DAFE4ED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4.563" v="41"/>
        <pc:sldMasterMkLst>
          <pc:docMk/>
          <pc:sldMasterMk cId="1183581581" sldId="2147483761"/>
        </pc:sldMasterMkLst>
        <pc:picChg chg="add">
          <ac:chgData name="Emmanuel Julius" userId="524aa7b1-1fb0-4b9e-a100-a8ce89081a97" providerId="ADAL" clId="{D0150D4A-7258-465D-9E6C-C1FD8485770C}" dt="2026-02-22T22:33:24.563" v="41"/>
          <ac:picMkLst>
            <pc:docMk/>
            <pc:sldMasterMk cId="1183581581" sldId="2147483761"/>
            <ac:picMk id="11" creationId="{DDFBA519-3996-46DB-B2BD-6D6266274EEB}"/>
          </ac:picMkLst>
        </pc:picChg>
        <pc:picChg chg="add">
          <ac:chgData name="Emmanuel Julius" userId="524aa7b1-1fb0-4b9e-a100-a8ce89081a97" providerId="ADAL" clId="{D0150D4A-7258-465D-9E6C-C1FD8485770C}" dt="2026-02-22T22:33:24.563" v="41"/>
          <ac:picMkLst>
            <pc:docMk/>
            <pc:sldMasterMk cId="1183581581" sldId="2147483761"/>
            <ac:picMk id="12" creationId="{AFC26428-95DF-4D24-8DC4-D370B933C549}"/>
          </ac:picMkLst>
        </pc:picChg>
        <pc:sldLayoutChg chg="addSp">
          <pc:chgData name="Emmanuel Julius" userId="524aa7b1-1fb0-4b9e-a100-a8ce89081a97" providerId="ADAL" clId="{D0150D4A-7258-465D-9E6C-C1FD8485770C}" dt="2026-02-22T22:33:24.563" v="41"/>
          <pc:sldLayoutMkLst>
            <pc:docMk/>
            <pc:sldMasterMk cId="1183581581" sldId="2147483761"/>
            <pc:sldLayoutMk cId="529513633" sldId="2147483764"/>
          </pc:sldLayoutMkLst>
          <pc:picChg chg="add">
            <ac:chgData name="Emmanuel Julius" userId="524aa7b1-1fb0-4b9e-a100-a8ce89081a97" providerId="ADAL" clId="{D0150D4A-7258-465D-9E6C-C1FD8485770C}" dt="2026-02-22T22:33:24.563" v="41"/>
            <ac:picMkLst>
              <pc:docMk/>
              <pc:sldMasterMk cId="1183581581" sldId="2147483761"/>
              <pc:sldLayoutMk cId="529513633" sldId="2147483764"/>
              <ac:picMk id="10" creationId="{FEE59B78-12DD-48E5-A154-BFCB21C85CA6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6.980" v="42"/>
        <pc:sldMasterMkLst>
          <pc:docMk/>
          <pc:sldMasterMk cId="3768481465" sldId="2147483773"/>
        </pc:sldMasterMkLst>
        <pc:picChg chg="add">
          <ac:chgData name="Emmanuel Julius" userId="524aa7b1-1fb0-4b9e-a100-a8ce89081a97" providerId="ADAL" clId="{D0150D4A-7258-465D-9E6C-C1FD8485770C}" dt="2026-02-22T22:33:26.980" v="42"/>
          <ac:picMkLst>
            <pc:docMk/>
            <pc:sldMasterMk cId="3768481465" sldId="2147483773"/>
            <ac:picMk id="13" creationId="{053884EC-F38C-4354-89A6-B10A024921F0}"/>
          </ac:picMkLst>
        </pc:picChg>
        <pc:picChg chg="add">
          <ac:chgData name="Emmanuel Julius" userId="524aa7b1-1fb0-4b9e-a100-a8ce89081a97" providerId="ADAL" clId="{D0150D4A-7258-465D-9E6C-C1FD8485770C}" dt="2026-02-22T22:33:26.980" v="42"/>
          <ac:picMkLst>
            <pc:docMk/>
            <pc:sldMasterMk cId="3768481465" sldId="2147483773"/>
            <ac:picMk id="14" creationId="{751B744D-FE37-4FD0-B146-ADAB5F13521A}"/>
          </ac:picMkLst>
        </pc:picChg>
        <pc:sldLayoutChg chg="addSp">
          <pc:chgData name="Emmanuel Julius" userId="524aa7b1-1fb0-4b9e-a100-a8ce89081a97" providerId="ADAL" clId="{D0150D4A-7258-465D-9E6C-C1FD8485770C}" dt="2026-02-22T22:33:26.980" v="42"/>
          <pc:sldLayoutMkLst>
            <pc:docMk/>
            <pc:sldMasterMk cId="3768481465" sldId="2147483773"/>
            <pc:sldLayoutMk cId="2798845499" sldId="2147483776"/>
          </pc:sldLayoutMkLst>
          <pc:picChg chg="add">
            <ac:chgData name="Emmanuel Julius" userId="524aa7b1-1fb0-4b9e-a100-a8ce89081a97" providerId="ADAL" clId="{D0150D4A-7258-465D-9E6C-C1FD8485770C}" dt="2026-02-22T22:33:26.980" v="42"/>
            <ac:picMkLst>
              <pc:docMk/>
              <pc:sldMasterMk cId="3768481465" sldId="2147483773"/>
              <pc:sldLayoutMk cId="2798845499" sldId="2147483776"/>
              <ac:picMk id="7" creationId="{4E565532-39D0-43CD-A0AC-5DAE8FE69022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7.829" v="43"/>
        <pc:sldMasterMkLst>
          <pc:docMk/>
          <pc:sldMasterMk cId="3364117866" sldId="2147483791"/>
        </pc:sldMasterMkLst>
        <pc:picChg chg="add">
          <ac:chgData name="Emmanuel Julius" userId="524aa7b1-1fb0-4b9e-a100-a8ce89081a97" providerId="ADAL" clId="{D0150D4A-7258-465D-9E6C-C1FD8485770C}" dt="2026-02-22T22:33:27.829" v="43"/>
          <ac:picMkLst>
            <pc:docMk/>
            <pc:sldMasterMk cId="3364117866" sldId="2147483791"/>
            <ac:picMk id="34" creationId="{A51E60DA-96D8-429A-BA11-E73B14111ADD}"/>
          </ac:picMkLst>
        </pc:picChg>
        <pc:picChg chg="add">
          <ac:chgData name="Emmanuel Julius" userId="524aa7b1-1fb0-4b9e-a100-a8ce89081a97" providerId="ADAL" clId="{D0150D4A-7258-465D-9E6C-C1FD8485770C}" dt="2026-02-22T22:33:27.829" v="43"/>
          <ac:picMkLst>
            <pc:docMk/>
            <pc:sldMasterMk cId="3364117866" sldId="2147483791"/>
            <ac:picMk id="35" creationId="{7CF5D393-D343-46B1-8EFC-6993B1006333}"/>
          </ac:picMkLst>
        </pc:picChg>
        <pc:sldLayoutChg chg="addSp">
          <pc:chgData name="Emmanuel Julius" userId="524aa7b1-1fb0-4b9e-a100-a8ce89081a97" providerId="ADAL" clId="{D0150D4A-7258-465D-9E6C-C1FD8485770C}" dt="2026-02-22T22:33:27.829" v="43"/>
          <pc:sldLayoutMkLst>
            <pc:docMk/>
            <pc:sldMasterMk cId="3364117866" sldId="2147483791"/>
            <pc:sldLayoutMk cId="2308071660" sldId="2147483794"/>
          </pc:sldLayoutMkLst>
          <pc:picChg chg="add">
            <ac:chgData name="Emmanuel Julius" userId="524aa7b1-1fb0-4b9e-a100-a8ce89081a97" providerId="ADAL" clId="{D0150D4A-7258-465D-9E6C-C1FD8485770C}" dt="2026-02-22T22:33:27.829" v="43"/>
            <ac:picMkLst>
              <pc:docMk/>
              <pc:sldMasterMk cId="3364117866" sldId="2147483791"/>
              <pc:sldLayoutMk cId="2308071660" sldId="2147483794"/>
              <ac:picMk id="8" creationId="{8F6E8E4E-B34C-4930-AB9B-C07DFED40F41}"/>
            </ac:picMkLst>
          </pc:picChg>
        </pc:sldLayoutChg>
      </pc:sldMasterChg>
    </pc:docChg>
  </pc:docChgLst>
  <pc:docChgLst>
    <pc:chgData name="Emmanuel Julius" userId="524aa7b1-1fb0-4b9e-a100-a8ce89081a97" providerId="ADAL" clId="{A5CBE8FB-2F28-4624-9E90-49FB729E732D}"/>
    <pc:docChg chg="custSel addSld delSld modSld">
      <pc:chgData name="Emmanuel Julius" userId="524aa7b1-1fb0-4b9e-a100-a8ce89081a97" providerId="ADAL" clId="{A5CBE8FB-2F28-4624-9E90-49FB729E732D}" dt="2026-02-24T13:22:34.479" v="439" actId="6549"/>
      <pc:docMkLst>
        <pc:docMk/>
      </pc:docMkLst>
      <pc:sldChg chg="modSp del mod">
        <pc:chgData name="Emmanuel Julius" userId="524aa7b1-1fb0-4b9e-a100-a8ce89081a97" providerId="ADAL" clId="{A5CBE8FB-2F28-4624-9E90-49FB729E732D}" dt="2026-02-24T11:51:26.501" v="407" actId="2696"/>
        <pc:sldMkLst>
          <pc:docMk/>
          <pc:sldMk cId="0" sldId="257"/>
        </pc:sldMkLst>
        <pc:spChg chg="mod">
          <ac:chgData name="Emmanuel Julius" userId="524aa7b1-1fb0-4b9e-a100-a8ce89081a97" providerId="ADAL" clId="{A5CBE8FB-2F28-4624-9E90-49FB729E732D}" dt="2026-02-23T02:23:01.808" v="2" actId="579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Emmanuel Julius" userId="524aa7b1-1fb0-4b9e-a100-a8ce89081a97" providerId="ADAL" clId="{A5CBE8FB-2F28-4624-9E90-49FB729E732D}" dt="2026-02-23T02:43:59.620" v="198" actId="14100"/>
        <pc:sldMkLst>
          <pc:docMk/>
          <pc:sldMk cId="1184718" sldId="258"/>
        </pc:sldMkLst>
        <pc:spChg chg="mod">
          <ac:chgData name="Emmanuel Julius" userId="524aa7b1-1fb0-4b9e-a100-a8ce89081a97" providerId="ADAL" clId="{A5CBE8FB-2F28-4624-9E90-49FB729E732D}" dt="2026-02-23T02:43:59.620" v="198" actId="14100"/>
          <ac:spMkLst>
            <pc:docMk/>
            <pc:sldMk cId="1184718" sldId="258"/>
            <ac:spMk id="14339" creationId="{00000000-0000-0000-0000-000000000000}"/>
          </ac:spMkLst>
        </pc:spChg>
        <pc:picChg chg="mod">
          <ac:chgData name="Emmanuel Julius" userId="524aa7b1-1fb0-4b9e-a100-a8ce89081a97" providerId="ADAL" clId="{A5CBE8FB-2F28-4624-9E90-49FB729E732D}" dt="2026-02-23T02:43:26.078" v="197" actId="1076"/>
          <ac:picMkLst>
            <pc:docMk/>
            <pc:sldMk cId="1184718" sldId="258"/>
            <ac:picMk id="14337" creationId="{00000000-0000-0000-0000-000000000000}"/>
          </ac:picMkLst>
        </pc:picChg>
      </pc:sldChg>
      <pc:sldChg chg="modSp mod">
        <pc:chgData name="Emmanuel Julius" userId="524aa7b1-1fb0-4b9e-a100-a8ce89081a97" providerId="ADAL" clId="{A5CBE8FB-2F28-4624-9E90-49FB729E732D}" dt="2026-02-23T22:20:50.356" v="390" actId="20577"/>
        <pc:sldMkLst>
          <pc:docMk/>
          <pc:sldMk cId="1590302159" sldId="259"/>
        </pc:sldMkLst>
        <pc:spChg chg="mod">
          <ac:chgData name="Emmanuel Julius" userId="524aa7b1-1fb0-4b9e-a100-a8ce89081a97" providerId="ADAL" clId="{A5CBE8FB-2F28-4624-9E90-49FB729E732D}" dt="2026-02-23T02:24:17.045" v="3" actId="14100"/>
          <ac:spMkLst>
            <pc:docMk/>
            <pc:sldMk cId="1590302159" sldId="259"/>
            <ac:spMk id="2" creationId="{00000000-0000-0000-0000-000000000000}"/>
          </ac:spMkLst>
        </pc:spChg>
        <pc:spChg chg="mod">
          <ac:chgData name="Emmanuel Julius" userId="524aa7b1-1fb0-4b9e-a100-a8ce89081a97" providerId="ADAL" clId="{A5CBE8FB-2F28-4624-9E90-49FB729E732D}" dt="2026-02-23T22:20:50.356" v="390" actId="20577"/>
          <ac:spMkLst>
            <pc:docMk/>
            <pc:sldMk cId="1590302159" sldId="259"/>
            <ac:spMk id="3" creationId="{00000000-0000-0000-0000-000000000000}"/>
          </ac:spMkLst>
        </pc:spChg>
      </pc:sldChg>
      <pc:sldChg chg="modSp add mod modTransition">
        <pc:chgData name="Emmanuel Julius" userId="524aa7b1-1fb0-4b9e-a100-a8ce89081a97" providerId="ADAL" clId="{A5CBE8FB-2F28-4624-9E90-49FB729E732D}" dt="2026-02-24T12:41:24.341" v="428" actId="14100"/>
        <pc:sldMkLst>
          <pc:docMk/>
          <pc:sldMk cId="0" sldId="260"/>
        </pc:sldMkLst>
        <pc:spChg chg="mod">
          <ac:chgData name="Emmanuel Julius" userId="524aa7b1-1fb0-4b9e-a100-a8ce89081a97" providerId="ADAL" clId="{A5CBE8FB-2F28-4624-9E90-49FB729E732D}" dt="2026-02-24T12:41:24.341" v="428" actId="14100"/>
          <ac:spMkLst>
            <pc:docMk/>
            <pc:sldMk cId="0" sldId="260"/>
            <ac:spMk id="127" creationId="{00000000-0000-0000-0000-000000000000}"/>
          </ac:spMkLst>
        </pc:spChg>
      </pc:sldChg>
      <pc:sldChg chg="modSp add mod modTransition">
        <pc:chgData name="Emmanuel Julius" userId="524aa7b1-1fb0-4b9e-a100-a8ce89081a97" providerId="ADAL" clId="{A5CBE8FB-2F28-4624-9E90-49FB729E732D}" dt="2026-02-24T12:35:59.781" v="420" actId="14100"/>
        <pc:sldMkLst>
          <pc:docMk/>
          <pc:sldMk cId="0" sldId="261"/>
        </pc:sldMkLst>
        <pc:spChg chg="mod">
          <ac:chgData name="Emmanuel Julius" userId="524aa7b1-1fb0-4b9e-a100-a8ce89081a97" providerId="ADAL" clId="{A5CBE8FB-2F28-4624-9E90-49FB729E732D}" dt="2026-02-24T12:35:59.781" v="420" actId="14100"/>
          <ac:spMkLst>
            <pc:docMk/>
            <pc:sldMk cId="0" sldId="261"/>
            <ac:spMk id="132" creationId="{00000000-0000-0000-0000-000000000000}"/>
          </ac:spMkLst>
        </pc:spChg>
      </pc:sldChg>
      <pc:sldChg chg="modSp add mod modTransition">
        <pc:chgData name="Emmanuel Julius" userId="524aa7b1-1fb0-4b9e-a100-a8ce89081a97" providerId="ADAL" clId="{A5CBE8FB-2F28-4624-9E90-49FB729E732D}" dt="2026-02-24T13:22:34.479" v="439" actId="6549"/>
        <pc:sldMkLst>
          <pc:docMk/>
          <pc:sldMk cId="0" sldId="262"/>
        </pc:sldMkLst>
        <pc:spChg chg="mod">
          <ac:chgData name="Emmanuel Julius" userId="524aa7b1-1fb0-4b9e-a100-a8ce89081a97" providerId="ADAL" clId="{A5CBE8FB-2F28-4624-9E90-49FB729E732D}" dt="2026-02-24T13:22:34.479" v="439" actId="6549"/>
          <ac:spMkLst>
            <pc:docMk/>
            <pc:sldMk cId="0" sldId="262"/>
            <ac:spMk id="136" creationId="{00000000-0000-0000-0000-000000000000}"/>
          </ac:spMkLst>
        </pc:spChg>
      </pc:sldChg>
      <pc:sldChg chg="modSp add mod modTransition">
        <pc:chgData name="Emmanuel Julius" userId="524aa7b1-1fb0-4b9e-a100-a8ce89081a97" providerId="ADAL" clId="{A5CBE8FB-2F28-4624-9E90-49FB729E732D}" dt="2026-02-24T12:38:43.218" v="422" actId="14100"/>
        <pc:sldMkLst>
          <pc:docMk/>
          <pc:sldMk cId="0" sldId="263"/>
        </pc:sldMkLst>
        <pc:spChg chg="mod">
          <ac:chgData name="Emmanuel Julius" userId="524aa7b1-1fb0-4b9e-a100-a8ce89081a97" providerId="ADAL" clId="{A5CBE8FB-2F28-4624-9E90-49FB729E732D}" dt="2026-02-24T12:38:43.218" v="422" actId="14100"/>
          <ac:spMkLst>
            <pc:docMk/>
            <pc:sldMk cId="0" sldId="263"/>
            <ac:spMk id="142" creationId="{00000000-0000-0000-0000-000000000000}"/>
          </ac:spMkLst>
        </pc:spChg>
        <pc:picChg chg="mod">
          <ac:chgData name="Emmanuel Julius" userId="524aa7b1-1fb0-4b9e-a100-a8ce89081a97" providerId="ADAL" clId="{A5CBE8FB-2F28-4624-9E90-49FB729E732D}" dt="2026-02-24T11:53:26.771" v="418" actId="1076"/>
          <ac:picMkLst>
            <pc:docMk/>
            <pc:sldMk cId="0" sldId="263"/>
            <ac:picMk id="139" creationId="{00000000-0000-0000-0000-000000000000}"/>
          </ac:picMkLst>
        </pc:picChg>
      </pc:sldChg>
      <pc:sldChg chg="del">
        <pc:chgData name="Emmanuel Julius" userId="524aa7b1-1fb0-4b9e-a100-a8ce89081a97" providerId="ADAL" clId="{A5CBE8FB-2F28-4624-9E90-49FB729E732D}" dt="2026-02-23T02:25:43.552" v="5" actId="2696"/>
        <pc:sldMkLst>
          <pc:docMk/>
          <pc:sldMk cId="4085805374" sldId="264"/>
        </pc:sldMkLst>
      </pc:sldChg>
      <pc:sldChg chg="modSp del mod">
        <pc:chgData name="Emmanuel Julius" userId="524aa7b1-1fb0-4b9e-a100-a8ce89081a97" providerId="ADAL" clId="{A5CBE8FB-2F28-4624-9E90-49FB729E732D}" dt="2026-02-24T09:48:26.816" v="393" actId="2696"/>
        <pc:sldMkLst>
          <pc:docMk/>
          <pc:sldMk cId="2279192840" sldId="265"/>
        </pc:sldMkLst>
        <pc:spChg chg="mod">
          <ac:chgData name="Emmanuel Julius" userId="524aa7b1-1fb0-4b9e-a100-a8ce89081a97" providerId="ADAL" clId="{A5CBE8FB-2F28-4624-9E90-49FB729E732D}" dt="2026-02-23T02:27:43.289" v="43" actId="20577"/>
          <ac:spMkLst>
            <pc:docMk/>
            <pc:sldMk cId="2279192840" sldId="265"/>
            <ac:spMk id="2" creationId="{00000000-0000-0000-0000-000000000000}"/>
          </ac:spMkLst>
        </pc:spChg>
        <pc:spChg chg="mod">
          <ac:chgData name="Emmanuel Julius" userId="524aa7b1-1fb0-4b9e-a100-a8ce89081a97" providerId="ADAL" clId="{A5CBE8FB-2F28-4624-9E90-49FB729E732D}" dt="2026-02-23T02:30:29.387" v="175" actId="1076"/>
          <ac:spMkLst>
            <pc:docMk/>
            <pc:sldMk cId="2279192840" sldId="265"/>
            <ac:spMk id="3" creationId="{00000000-0000-0000-0000-000000000000}"/>
          </ac:spMkLst>
        </pc:spChg>
      </pc:sldChg>
      <pc:sldChg chg="del">
        <pc:chgData name="Emmanuel Julius" userId="524aa7b1-1fb0-4b9e-a100-a8ce89081a97" providerId="ADAL" clId="{A5CBE8FB-2F28-4624-9E90-49FB729E732D}" dt="2026-02-24T11:52:35.540" v="413" actId="2696"/>
        <pc:sldMkLst>
          <pc:docMk/>
          <pc:sldMk cId="1934497039" sldId="266"/>
        </pc:sldMkLst>
      </pc:sldChg>
      <pc:sldChg chg="modSp mod">
        <pc:chgData name="Emmanuel Julius" userId="524aa7b1-1fb0-4b9e-a100-a8ce89081a97" providerId="ADAL" clId="{A5CBE8FB-2F28-4624-9E90-49FB729E732D}" dt="2026-02-23T02:30:56.303" v="187" actId="20577"/>
        <pc:sldMkLst>
          <pc:docMk/>
          <pc:sldMk cId="1230863265" sldId="269"/>
        </pc:sldMkLst>
        <pc:spChg chg="mod">
          <ac:chgData name="Emmanuel Julius" userId="524aa7b1-1fb0-4b9e-a100-a8ce89081a97" providerId="ADAL" clId="{A5CBE8FB-2F28-4624-9E90-49FB729E732D}" dt="2026-02-23T02:30:56.303" v="187" actId="20577"/>
          <ac:spMkLst>
            <pc:docMk/>
            <pc:sldMk cId="1230863265" sldId="269"/>
            <ac:spMk id="2" creationId="{00000000-0000-0000-0000-000000000000}"/>
          </ac:spMkLst>
        </pc:spChg>
      </pc:sldChg>
      <pc:sldChg chg="modSp mod">
        <pc:chgData name="Emmanuel Julius" userId="524aa7b1-1fb0-4b9e-a100-a8ce89081a97" providerId="ADAL" clId="{A5CBE8FB-2F28-4624-9E90-49FB729E732D}" dt="2026-02-23T02:31:13.287" v="192" actId="20577"/>
        <pc:sldMkLst>
          <pc:docMk/>
          <pc:sldMk cId="515476939" sldId="270"/>
        </pc:sldMkLst>
        <pc:spChg chg="mod">
          <ac:chgData name="Emmanuel Julius" userId="524aa7b1-1fb0-4b9e-a100-a8ce89081a97" providerId="ADAL" clId="{A5CBE8FB-2F28-4624-9E90-49FB729E732D}" dt="2026-02-23T02:31:13.287" v="192" actId="20577"/>
          <ac:spMkLst>
            <pc:docMk/>
            <pc:sldMk cId="515476939" sldId="270"/>
            <ac:spMk id="2" creationId="{00000000-0000-0000-0000-000000000000}"/>
          </ac:spMkLst>
        </pc:spChg>
      </pc:sldChg>
      <pc:sldChg chg="modSp add mod">
        <pc:chgData name="Emmanuel Julius" userId="524aa7b1-1fb0-4b9e-a100-a8ce89081a97" providerId="ADAL" clId="{A5CBE8FB-2F28-4624-9E90-49FB729E732D}" dt="2026-02-23T02:30:42.833" v="181" actId="20577"/>
        <pc:sldMkLst>
          <pc:docMk/>
          <pc:sldMk cId="3661229397" sldId="271"/>
        </pc:sldMkLst>
        <pc:spChg chg="mod">
          <ac:chgData name="Emmanuel Julius" userId="524aa7b1-1fb0-4b9e-a100-a8ce89081a97" providerId="ADAL" clId="{A5CBE8FB-2F28-4624-9E90-49FB729E732D}" dt="2026-02-23T02:30:42.833" v="181" actId="20577"/>
          <ac:spMkLst>
            <pc:docMk/>
            <pc:sldMk cId="3661229397" sldId="271"/>
            <ac:spMk id="2" creationId="{00000000-0000-0000-0000-000000000000}"/>
          </ac:spMkLst>
        </pc:spChg>
      </pc:sldChg>
      <pc:sldChg chg="del">
        <pc:chgData name="Emmanuel Julius" userId="524aa7b1-1fb0-4b9e-a100-a8ce89081a97" providerId="ADAL" clId="{A5CBE8FB-2F28-4624-9E90-49FB729E732D}" dt="2026-02-24T11:51:50.938" v="409" actId="2696"/>
        <pc:sldMkLst>
          <pc:docMk/>
          <pc:sldMk cId="2582941734" sldId="272"/>
        </pc:sldMkLst>
      </pc:sldChg>
      <pc:sldChg chg="del">
        <pc:chgData name="Emmanuel Julius" userId="524aa7b1-1fb0-4b9e-a100-a8ce89081a97" providerId="ADAL" clId="{A5CBE8FB-2F28-4624-9E90-49FB729E732D}" dt="2026-02-24T11:52:08.141" v="411" actId="2696"/>
        <pc:sldMkLst>
          <pc:docMk/>
          <pc:sldMk cId="289884982" sldId="273"/>
        </pc:sldMkLst>
      </pc:sldChg>
      <pc:sldChg chg="del">
        <pc:chgData name="Emmanuel Julius" userId="524aa7b1-1fb0-4b9e-a100-a8ce89081a97" providerId="ADAL" clId="{A5CBE8FB-2F28-4624-9E90-49FB729E732D}" dt="2026-02-24T11:52:56.037" v="415" actId="2696"/>
        <pc:sldMkLst>
          <pc:docMk/>
          <pc:sldMk cId="12492495" sldId="274"/>
        </pc:sldMkLst>
      </pc:sldChg>
      <pc:sldChg chg="del">
        <pc:chgData name="Emmanuel Julius" userId="524aa7b1-1fb0-4b9e-a100-a8ce89081a97" providerId="ADAL" clId="{A5CBE8FB-2F28-4624-9E90-49FB729E732D}" dt="2026-02-24T11:53:23.746" v="417" actId="2696"/>
        <pc:sldMkLst>
          <pc:docMk/>
          <pc:sldMk cId="1365271925" sldId="275"/>
        </pc:sldMkLst>
      </pc:sldChg>
      <pc:sldChg chg="modSp add mod">
        <pc:chgData name="Emmanuel Julius" userId="524aa7b1-1fb0-4b9e-a100-a8ce89081a97" providerId="ADAL" clId="{A5CBE8FB-2F28-4624-9E90-49FB729E732D}" dt="2026-02-24T10:07:52.260" v="405" actId="14100"/>
        <pc:sldMkLst>
          <pc:docMk/>
          <pc:sldMk cId="3628994335" sldId="278"/>
        </pc:sldMkLst>
        <pc:spChg chg="mod">
          <ac:chgData name="Emmanuel Julius" userId="524aa7b1-1fb0-4b9e-a100-a8ce89081a97" providerId="ADAL" clId="{A5CBE8FB-2F28-4624-9E90-49FB729E732D}" dt="2026-02-24T10:07:52.260" v="405" actId="14100"/>
          <ac:spMkLst>
            <pc:docMk/>
            <pc:sldMk cId="3628994335" sldId="278"/>
            <ac:spMk id="7" creationId="{906B41A3-354D-E03F-EB0E-9560A00B0FF3}"/>
          </ac:spMkLst>
        </pc:spChg>
      </pc:sldChg>
      <pc:sldChg chg="modSp add mod">
        <pc:chgData name="Emmanuel Julius" userId="524aa7b1-1fb0-4b9e-a100-a8ce89081a97" providerId="ADAL" clId="{A5CBE8FB-2F28-4624-9E90-49FB729E732D}" dt="2026-02-24T10:07:10.061" v="400" actId="14100"/>
        <pc:sldMkLst>
          <pc:docMk/>
          <pc:sldMk cId="281126061" sldId="279"/>
        </pc:sldMkLst>
        <pc:spChg chg="mod">
          <ac:chgData name="Emmanuel Julius" userId="524aa7b1-1fb0-4b9e-a100-a8ce89081a97" providerId="ADAL" clId="{A5CBE8FB-2F28-4624-9E90-49FB729E732D}" dt="2026-02-24T10:06:09.497" v="395" actId="14100"/>
          <ac:spMkLst>
            <pc:docMk/>
            <pc:sldMk cId="281126061" sldId="279"/>
            <ac:spMk id="3" creationId="{AC4B76B8-C5EB-C0D1-1F17-70B58861CAA5}"/>
          </ac:spMkLst>
        </pc:spChg>
        <pc:spChg chg="mod">
          <ac:chgData name="Emmanuel Julius" userId="524aa7b1-1fb0-4b9e-a100-a8ce89081a97" providerId="ADAL" clId="{A5CBE8FB-2F28-4624-9E90-49FB729E732D}" dt="2026-02-24T10:07:10.061" v="400" actId="14100"/>
          <ac:spMkLst>
            <pc:docMk/>
            <pc:sldMk cId="281126061" sldId="279"/>
            <ac:spMk id="5" creationId="{7D83CA1C-FFBB-758A-A75D-EFCEEF2B3C59}"/>
          </ac:spMkLst>
        </pc:spChg>
        <pc:spChg chg="mod">
          <ac:chgData name="Emmanuel Julius" userId="524aa7b1-1fb0-4b9e-a100-a8ce89081a97" providerId="ADAL" clId="{A5CBE8FB-2F28-4624-9E90-49FB729E732D}" dt="2026-02-24T10:06:30.199" v="397" actId="1076"/>
          <ac:spMkLst>
            <pc:docMk/>
            <pc:sldMk cId="281126061" sldId="279"/>
            <ac:spMk id="6" creationId="{AD44E0CC-FA42-7846-E4DE-3116E9DDFF12}"/>
          </ac:spMkLst>
        </pc:spChg>
        <pc:spChg chg="mod">
          <ac:chgData name="Emmanuel Julius" userId="524aa7b1-1fb0-4b9e-a100-a8ce89081a97" providerId="ADAL" clId="{A5CBE8FB-2F28-4624-9E90-49FB729E732D}" dt="2026-02-24T10:06:42.388" v="398" actId="1076"/>
          <ac:spMkLst>
            <pc:docMk/>
            <pc:sldMk cId="281126061" sldId="279"/>
            <ac:spMk id="7" creationId="{1B70E284-E23A-DEA4-AE71-8B6C29880051}"/>
          </ac:spMkLst>
        </pc:spChg>
      </pc:sldChg>
      <pc:sldChg chg="modSp add mod modTransition">
        <pc:chgData name="Emmanuel Julius" userId="524aa7b1-1fb0-4b9e-a100-a8ce89081a97" providerId="ADAL" clId="{A5CBE8FB-2F28-4624-9E90-49FB729E732D}" dt="2026-02-24T12:40:21.912" v="424" actId="14100"/>
        <pc:sldMkLst>
          <pc:docMk/>
          <pc:sldMk cId="0" sldId="280"/>
        </pc:sldMkLst>
        <pc:spChg chg="mod">
          <ac:chgData name="Emmanuel Julius" userId="524aa7b1-1fb0-4b9e-a100-a8ce89081a97" providerId="ADAL" clId="{A5CBE8FB-2F28-4624-9E90-49FB729E732D}" dt="2026-02-24T12:40:21.912" v="424" actId="14100"/>
          <ac:spMkLst>
            <pc:docMk/>
            <pc:sldMk cId="0" sldId="280"/>
            <ac:spMk id="116" creationId="{00000000-0000-0000-0000-000000000000}"/>
          </ac:spMkLst>
        </pc:spChg>
      </pc:sldChg>
      <pc:sldChg chg="modSp add mod modTransition">
        <pc:chgData name="Emmanuel Julius" userId="524aa7b1-1fb0-4b9e-a100-a8ce89081a97" providerId="ADAL" clId="{A5CBE8FB-2F28-4624-9E90-49FB729E732D}" dt="2026-02-24T12:40:38.315" v="425" actId="14100"/>
        <pc:sldMkLst>
          <pc:docMk/>
          <pc:sldMk cId="0" sldId="281"/>
        </pc:sldMkLst>
        <pc:spChg chg="mod">
          <ac:chgData name="Emmanuel Julius" userId="524aa7b1-1fb0-4b9e-a100-a8ce89081a97" providerId="ADAL" clId="{A5CBE8FB-2F28-4624-9E90-49FB729E732D}" dt="2026-02-24T12:40:38.315" v="425" actId="14100"/>
          <ac:spMkLst>
            <pc:docMk/>
            <pc:sldMk cId="0" sldId="281"/>
            <ac:spMk id="1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CAEB-7496-4C12-9A08-526B0D813A46}" type="datetimeFigureOut">
              <a:rPr lang="en-GB" smtClean="0"/>
              <a:pPr/>
              <a:t>24/02/2026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D4E6-F64F-4999-AC2A-A008E685C04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97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499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7772400" cy="1470025"/>
          </a:xfr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886200"/>
            <a:ext cx="6400800" cy="1752600"/>
          </a:xfrm>
        </p:spPr>
        <p:txBody>
          <a:bodyPr/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fld id="{EC7AB759-530A-46AC-842F-B07144F002F9}" type="datetimeFigureOut">
              <a:rPr lang="en-GB" smtClean="0"/>
              <a:pPr/>
              <a:t>24/02/2026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0AD8A0A-4898-40BF-9009-4DA7E611EAC1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492896"/>
            <a:ext cx="8229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2B6232-AB33-4513-9527-F98CEC472D23}" type="datetimeFigureOut">
              <a:rPr lang="en-GB" smtClean="0"/>
              <a:pPr/>
              <a:t>24/02/2026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06900"/>
            <a:ext cx="7772400" cy="1362075"/>
          </a:xfrm>
          <a:ln>
            <a:noFill/>
          </a:ln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2906713"/>
            <a:ext cx="7772400" cy="1500187"/>
          </a:xfrm>
          <a:ln>
            <a:noFill/>
          </a:ln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5CD916-7149-4247-856D-87DAB39295C7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CF840-035C-411F-BA81-AF7A8ED78138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2492896"/>
            <a:ext cx="4038600" cy="3633267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6536" y="2492896"/>
            <a:ext cx="4038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D09641-23CB-4E80-A5B0-5F03D2E94610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FA264-F771-4264-8DF0-4BB7F0DA3C69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880" y="234888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068959"/>
            <a:ext cx="4040188" cy="305720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2344" y="234888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3361" y="3068960"/>
            <a:ext cx="4041775" cy="305720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9A4E03-F40B-4399-AC2E-A4C6E9D600B3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2BDDC-0BFC-44A0-A4BA-47C3E99EB1A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E8F7DA-80EC-4CF7-AB7B-078F533B953B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E6293-7DA2-4D9E-8605-5715E69AF2C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AE269B-21F6-4A71-848B-6E891C314B78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89173-A1D5-421E-B384-2A426DF314C2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86830"/>
            <a:ext cx="3008313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6752"/>
            <a:ext cx="5111750" cy="49294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9648B1-3911-4AC2-8E3A-DF4A70CC86E7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3D388-5704-4C64-A883-D899E857066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AAA9A3-945F-42AF-BCAE-8459AEA58868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4E2F5-7E8D-47B8-82FB-3832A72B6BDB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3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FF8105-8845-4543-9ED8-9E57E8E42CB7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F8E4D-CDF4-4B1F-BD52-35BFB528DB8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56792"/>
            <a:ext cx="2057400" cy="4569371"/>
          </a:xfrm>
        </p:spPr>
        <p:txBody>
          <a:bodyPr vert="eaVer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56792"/>
            <a:ext cx="6019800" cy="4569371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976883-B614-42E6-9595-363FA777B038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15344-E335-44E9-ACDC-CB4826450486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brand_ppt_back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229725" cy="692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67544" y="1268760"/>
            <a:ext cx="58429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92896"/>
            <a:ext cx="8229600" cy="363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56A7D1D-6254-4063-974C-6A2AE04E4B91}" type="datetimeFigureOut">
              <a:rPr lang="en-GB" smtClean="0"/>
              <a:pPr/>
              <a:t>24/02/2026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aseline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fld id="{26878614-5F41-4702-8E44-D9C8B2874F5D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" descr="TAB_allwhite.eps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22288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3" descr="brand_ppt_bac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-32544"/>
            <a:ext cx="9186862" cy="692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Rectangle 6"/>
          <p:cNvSpPr>
            <a:spLocks noChangeArrowheads="1"/>
          </p:cNvSpPr>
          <p:nvPr/>
        </p:nvSpPr>
        <p:spPr bwMode="auto">
          <a:xfrm>
            <a:off x="0" y="1268760"/>
            <a:ext cx="922972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U</a:t>
            </a:r>
            <a:r>
              <a:rPr lang="en-GB" sz="2400" b="1" dirty="0">
                <a:solidFill>
                  <a:srgbClr val="FFFFFF"/>
                </a:solidFill>
              </a:rPr>
              <a:t>nder regional warming and rising atmospheric moisture. How extra moisture translates into</a:t>
            </a:r>
            <a:r>
              <a:rPr lang="en-GB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extreme precipitation events (2006-2080).</a:t>
            </a:r>
          </a:p>
        </p:txBody>
      </p:sp>
      <p:sp>
        <p:nvSpPr>
          <p:cNvPr id="14339" name="Rectangle 7"/>
          <p:cNvSpPr>
            <a:spLocks noChangeArrowheads="1"/>
          </p:cNvSpPr>
          <p:nvPr/>
        </p:nvSpPr>
        <p:spPr bwMode="auto">
          <a:xfrm>
            <a:off x="323529" y="3212977"/>
            <a:ext cx="8496944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endParaRPr lang="en-GB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EART60702 Earth and Environmental Data Science</a:t>
            </a:r>
          </a:p>
          <a:p>
            <a:pPr algn="ctr"/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endParaRPr lang="en-GB" sz="1800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Group 2 Presentation </a:t>
            </a:r>
          </a:p>
          <a:p>
            <a:pPr algn="ctr"/>
            <a:endParaRPr lang="en-GB" sz="1800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en-GB" b="1" dirty="0">
                <a:solidFill>
                  <a:srgbClr val="FFFFFF"/>
                </a:solidFill>
              </a:rPr>
              <a:t>24</a:t>
            </a:r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February 2026</a:t>
            </a:r>
          </a:p>
          <a:p>
            <a:pPr algn="ctr"/>
            <a:endParaRPr lang="en-GB" sz="3200" b="1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endParaRPr lang="en-GB" sz="3200" b="1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600" b="1" i="1" dirty="0" err="1">
                <a:solidFill>
                  <a:srgbClr val="FFFFFF"/>
                </a:solidFill>
              </a:rPr>
              <a:t>Xinqi</a:t>
            </a:r>
            <a:r>
              <a:rPr lang="en-GB" sz="1600" b="1" i="1" dirty="0">
                <a:solidFill>
                  <a:srgbClr val="FFFFFF"/>
                </a:solidFill>
              </a:rPr>
              <a:t> </a:t>
            </a:r>
            <a:r>
              <a:rPr lang="en-GB" sz="1600" b="1" i="1" dirty="0" err="1">
                <a:solidFill>
                  <a:srgbClr val="FFFFFF"/>
                </a:solidFill>
              </a:rPr>
              <a:t>Xie</a:t>
            </a:r>
            <a:r>
              <a:rPr lang="en-GB" sz="1600" b="1" i="1" dirty="0">
                <a:solidFill>
                  <a:srgbClr val="FFFFFF"/>
                </a:solidFill>
              </a:rPr>
              <a:t> 	</a:t>
            </a:r>
            <a:r>
              <a:rPr lang="en-GB" sz="1600" b="1" i="1" dirty="0" err="1">
                <a:solidFill>
                  <a:srgbClr val="FFFFFF"/>
                </a:solidFill>
              </a:rPr>
              <a:t>Qianhao</a:t>
            </a:r>
            <a:r>
              <a:rPr lang="en-GB" sz="1600" b="1" i="1" dirty="0">
                <a:solidFill>
                  <a:srgbClr val="FFFFFF"/>
                </a:solidFill>
              </a:rPr>
              <a:t> Li 	</a:t>
            </a:r>
            <a:r>
              <a:rPr lang="en-GB" sz="1600" b="1" i="1" dirty="0" err="1">
                <a:solidFill>
                  <a:srgbClr val="FFFFFF"/>
                </a:solidFill>
              </a:rPr>
              <a:t>Xinhao</a:t>
            </a:r>
            <a:r>
              <a:rPr lang="en-GB" sz="1600" b="1" i="1" dirty="0">
                <a:solidFill>
                  <a:srgbClr val="FFFFFF"/>
                </a:solidFill>
              </a:rPr>
              <a:t> Zhou 	Emmanuel Julius.</a:t>
            </a:r>
            <a:endParaRPr lang="en-US" sz="1600" i="1" dirty="0">
              <a:solidFill>
                <a:schemeClr val="bg1"/>
              </a:solidFill>
            </a:endParaRPr>
          </a:p>
          <a:p>
            <a:pPr algn="ctr"/>
            <a:endParaRPr lang="en-GB" sz="2400" dirty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14341" name="Picture 1" descr="TAB_allwhite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509588"/>
            <a:ext cx="1529432" cy="653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576064"/>
          </a:xfrm>
        </p:spPr>
        <p:txBody>
          <a:bodyPr/>
          <a:lstStyle/>
          <a:p>
            <a:r>
              <a:rPr lang="en-GB" sz="3000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44824"/>
            <a:ext cx="8964488" cy="4896544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GB" sz="18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Research question:</a:t>
            </a:r>
          </a:p>
          <a:p>
            <a:pPr marL="0" indent="0">
              <a:buNone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Under warming with rising atmospheric moisture, how does this translate into extreme precipitation changes?</a:t>
            </a:r>
          </a:p>
          <a:p>
            <a:pPr marL="0" indent="0">
              <a:buNone/>
            </a:pPr>
            <a:endParaRPr lang="en-GB" sz="18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pPr marL="0" indent="0">
              <a:buNone/>
            </a:pPr>
            <a:r>
              <a:rPr lang="en-GB" sz="18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Specific objectives;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To investigate long-term trends in temperature, specific humidity, and precipitation.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To evaluate the linear correlations between parameters.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To quantify changes in the extreme rainfall frequency and intensity events and assess their implications.</a:t>
            </a:r>
          </a:p>
          <a:p>
            <a:pPr marL="0" indent="0">
              <a:buNone/>
            </a:pPr>
            <a:endParaRPr lang="en-GB" sz="18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pPr marL="0" indent="0">
              <a:buNone/>
            </a:pPr>
            <a:r>
              <a:rPr lang="en-GB" sz="18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Parameters of choice;</a:t>
            </a:r>
          </a:p>
          <a:p>
            <a:pPr marL="0" indent="0">
              <a:buNone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Temperature (TREFMXAV), precipitation rate (PSRN), and specific humidity (TREFHT)</a:t>
            </a:r>
          </a:p>
          <a:p>
            <a:pPr marL="0" indent="0">
              <a:buNone/>
            </a:pPr>
            <a:endParaRPr lang="en-GB" sz="18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pPr marL="0" indent="0">
              <a:buNone/>
            </a:pPr>
            <a:r>
              <a:rPr lang="en-GB" sz="18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Analyses conducted;</a:t>
            </a:r>
          </a:p>
          <a:p>
            <a:pPr marL="0" indent="0">
              <a:buNone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Descriptive, time-series trend, correlation, variability, and extreme value analyses.</a:t>
            </a:r>
          </a:p>
        </p:txBody>
      </p:sp>
    </p:spTree>
    <p:extLst>
      <p:ext uri="{BB962C8B-B14F-4D97-AF65-F5344CB8AC3E}">
        <p14:creationId xmlns:p14="http://schemas.microsoft.com/office/powerpoint/2010/main" val="1590302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 txBox="1">
            <a:spLocks noGrp="1"/>
          </p:cNvSpPr>
          <p:nvPr>
            <p:ph type="title"/>
          </p:nvPr>
        </p:nvSpPr>
        <p:spPr>
          <a:xfrm>
            <a:off x="2376258" y="541151"/>
            <a:ext cx="8486601" cy="648073"/>
          </a:xfrm>
          <a:prstGeom prst="rect">
            <a:avLst/>
          </a:prstGeom>
        </p:spPr>
        <p:txBody>
          <a:bodyPr/>
          <a:lstStyle>
            <a:lvl1pPr>
              <a:defRPr sz="2200">
                <a:ln w="9525" cap="flat">
                  <a:solidFill>
                    <a:srgbClr val="FFFFFF"/>
                  </a:solidFill>
                  <a:prstDash val="solid"/>
                  <a:round/>
                </a:ln>
                <a:solidFill>
                  <a:srgbClr val="F2F2F2"/>
                </a:solidFill>
              </a:defRPr>
            </a:lvl1pPr>
          </a:lstStyle>
          <a:p>
            <a:r>
              <a:rPr dirty="0"/>
              <a:t>Section 1: Time - Series Trend Analysis</a:t>
            </a:r>
          </a:p>
        </p:txBody>
      </p:sp>
      <p:pic>
        <p:nvPicPr>
          <p:cNvPr id="114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55" y="1724337"/>
            <a:ext cx="7008020" cy="3633789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mperature Trend (2006 -2080)"/>
          <p:cNvSpPr txBox="1"/>
          <p:nvPr/>
        </p:nvSpPr>
        <p:spPr>
          <a:xfrm>
            <a:off x="396853" y="1284947"/>
            <a:ext cx="3981610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 Temperature Trend (2006 -2080)</a:t>
            </a:r>
          </a:p>
        </p:txBody>
      </p:sp>
      <p:sp>
        <p:nvSpPr>
          <p:cNvPr id="116" name="Key Trend: Significant and consistent warming path throughout the 21st century.…"/>
          <p:cNvSpPr txBox="1">
            <a:spLocks noGrp="1"/>
          </p:cNvSpPr>
          <p:nvPr>
            <p:ph type="body" idx="1"/>
          </p:nvPr>
        </p:nvSpPr>
        <p:spPr>
          <a:xfrm>
            <a:off x="327864" y="5438067"/>
            <a:ext cx="8229601" cy="1303302"/>
          </a:xfrm>
          <a:prstGeom prst="rect">
            <a:avLst/>
          </a:prstGeom>
        </p:spPr>
        <p:txBody>
          <a:bodyPr/>
          <a:lstStyle/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Key Trend:</a:t>
            </a:r>
            <a:r>
              <a:rPr dirty="0"/>
              <a:t> Significant and consistent warming path throughout the 21st century.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Observation: </a:t>
            </a:r>
            <a:r>
              <a:rPr dirty="0"/>
              <a:t>Average temperatures rise from approximately 283.5K to over 286.5K.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Implication: </a:t>
            </a:r>
            <a:r>
              <a:rPr dirty="0"/>
              <a:t>Provides the thermal energy required to increase atmospheric water-holding capacity.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Content Placeholder 10" descr="Content Placeholder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2881" y="1768681"/>
            <a:ext cx="7067718" cy="3633789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itle 1"/>
          <p:cNvSpPr txBox="1"/>
          <p:nvPr/>
        </p:nvSpPr>
        <p:spPr>
          <a:xfrm>
            <a:off x="2402162" y="496807"/>
            <a:ext cx="8486600" cy="648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2200" b="1">
                <a:ln w="9525" cap="flat">
                  <a:solidFill>
                    <a:srgbClr val="FFFFFF"/>
                  </a:solidFill>
                  <a:prstDash val="solid"/>
                  <a:round/>
                </a:ln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Section 1: Time - Series Trend Analysis</a:t>
            </a:r>
          </a:p>
        </p:txBody>
      </p:sp>
      <p:sp>
        <p:nvSpPr>
          <p:cNvPr id="121" name="Specific Humidity Trend (2006 -2080)"/>
          <p:cNvSpPr txBox="1"/>
          <p:nvPr/>
        </p:nvSpPr>
        <p:spPr>
          <a:xfrm>
            <a:off x="381195" y="1269165"/>
            <a:ext cx="4593046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 Specific Humidity Trend (2006 -2080)</a:t>
            </a:r>
          </a:p>
        </p:txBody>
      </p:sp>
      <p:sp>
        <p:nvSpPr>
          <p:cNvPr id="122" name="Key Trend: Clear upward trend in atmospheric moisture levels, closely following the temperature rise.…"/>
          <p:cNvSpPr txBox="1">
            <a:spLocks noGrp="1"/>
          </p:cNvSpPr>
          <p:nvPr>
            <p:ph type="body" idx="1"/>
          </p:nvPr>
        </p:nvSpPr>
        <p:spPr>
          <a:xfrm>
            <a:off x="327864" y="5462723"/>
            <a:ext cx="8488272" cy="1278646"/>
          </a:xfrm>
          <a:prstGeom prst="rect">
            <a:avLst/>
          </a:prstGeom>
        </p:spPr>
        <p:txBody>
          <a:bodyPr/>
          <a:lstStyle/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Key Trend:</a:t>
            </a:r>
            <a:r>
              <a:rPr dirty="0"/>
              <a:t> Clear upward trend in atmospheric moisture levels, closely following the temperature rise. 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Correlation: </a:t>
            </a:r>
            <a:r>
              <a:rPr dirty="0"/>
              <a:t>Higher temperatures lead to increased evaporation and moisture retention.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Data Point:</a:t>
            </a:r>
            <a:r>
              <a:rPr dirty="0"/>
              <a:t> Specific humidity increases from ~0.0060 Kg/Kg to over 0.0072 Kg/Kg.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Content Placeholder 5" descr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74" y="1910026"/>
            <a:ext cx="6793346" cy="3633789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itle 1"/>
          <p:cNvSpPr txBox="1"/>
          <p:nvPr/>
        </p:nvSpPr>
        <p:spPr>
          <a:xfrm>
            <a:off x="2376258" y="541151"/>
            <a:ext cx="8486601" cy="648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2200" b="1">
                <a:ln w="9525" cap="flat">
                  <a:solidFill>
                    <a:srgbClr val="FFFFFF"/>
                  </a:solidFill>
                  <a:prstDash val="solid"/>
                  <a:round/>
                </a:ln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Section 1: Time - Series Trend Analysis</a:t>
            </a:r>
          </a:p>
        </p:txBody>
      </p:sp>
      <p:sp>
        <p:nvSpPr>
          <p:cNvPr id="126" name="Precipitation Trend (2006 -2080)"/>
          <p:cNvSpPr txBox="1"/>
          <p:nvPr/>
        </p:nvSpPr>
        <p:spPr>
          <a:xfrm>
            <a:off x="428168" y="1316137"/>
            <a:ext cx="4000213" cy="375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 Precipitation Trend (2006 -2080)</a:t>
            </a:r>
          </a:p>
        </p:txBody>
      </p:sp>
      <p:sp>
        <p:nvSpPr>
          <p:cNvPr id="127" name="Key Trend: No clear linear long-term increase in mean annual precipitation.…"/>
          <p:cNvSpPr txBox="1">
            <a:spLocks noGrp="1"/>
          </p:cNvSpPr>
          <p:nvPr>
            <p:ph type="body" idx="1"/>
          </p:nvPr>
        </p:nvSpPr>
        <p:spPr>
          <a:xfrm>
            <a:off x="283647" y="5661248"/>
            <a:ext cx="8576706" cy="1152128"/>
          </a:xfrm>
          <a:prstGeom prst="rect">
            <a:avLst/>
          </a:prstGeom>
        </p:spPr>
        <p:txBody>
          <a:bodyPr/>
          <a:lstStyle/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Key Trend:</a:t>
            </a:r>
            <a:r>
              <a:rPr dirty="0"/>
              <a:t> No clear linear long-term increase in mean annual precipitation.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Highly Unpredictable: </a:t>
            </a:r>
            <a:r>
              <a:rPr dirty="0"/>
              <a:t>Significant changes from one year to the next (frequent ups and downs)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Conclusion: </a:t>
            </a:r>
            <a:r>
              <a:rPr dirty="0"/>
              <a:t>Regional warming does not lead to a matching increase in average rainfall.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Content Placeholder 8" descr="Content Placeholder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14" y="1745847"/>
            <a:ext cx="6068366" cy="3633789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itle 1"/>
          <p:cNvSpPr txBox="1"/>
          <p:nvPr/>
        </p:nvSpPr>
        <p:spPr>
          <a:xfrm>
            <a:off x="2376258" y="541151"/>
            <a:ext cx="8486601" cy="648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2200" b="1">
                <a:ln w="9525" cap="flat">
                  <a:solidFill>
                    <a:srgbClr val="FFFFFF"/>
                  </a:solidFill>
                  <a:prstDash val="solid"/>
                  <a:round/>
                </a:ln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Section 2: Correlation &amp; Statistical Analysis</a:t>
            </a:r>
          </a:p>
        </p:txBody>
      </p:sp>
      <p:sp>
        <p:nvSpPr>
          <p:cNvPr id="131" name="Temperature vs. Specific Humidity"/>
          <p:cNvSpPr txBox="1"/>
          <p:nvPr/>
        </p:nvSpPr>
        <p:spPr>
          <a:xfrm>
            <a:off x="365538" y="1295702"/>
            <a:ext cx="4390515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 Temperature vs. Specific Humidity </a:t>
            </a:r>
          </a:p>
        </p:txBody>
      </p:sp>
      <p:sp>
        <p:nvSpPr>
          <p:cNvPr id="132" name="Statistical Result: Strong positive correlation (R=0.97).…"/>
          <p:cNvSpPr txBox="1">
            <a:spLocks noGrp="1"/>
          </p:cNvSpPr>
          <p:nvPr>
            <p:ph type="body" idx="1"/>
          </p:nvPr>
        </p:nvSpPr>
        <p:spPr>
          <a:xfrm>
            <a:off x="327864" y="5438067"/>
            <a:ext cx="8229601" cy="1303302"/>
          </a:xfrm>
          <a:prstGeom prst="rect">
            <a:avLst/>
          </a:prstGeom>
        </p:spPr>
        <p:txBody>
          <a:bodyPr/>
          <a:lstStyle/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Statistical Result:</a:t>
            </a:r>
            <a:r>
              <a:rPr dirty="0"/>
              <a:t> Strong positive correlation (R=0.97). 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Scientific Basis: </a:t>
            </a:r>
            <a:r>
              <a:rPr dirty="0"/>
              <a:t>Confirms the physical relationship where warmer air holds more water vapor.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Significance: </a:t>
            </a:r>
            <a:r>
              <a:rPr dirty="0"/>
              <a:t>P&lt;0.05 confirms a statistically significant linear relationship.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Content Placeholder 10" descr="Content Placeholder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00" y="1799996"/>
            <a:ext cx="5860374" cy="3633789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mperature vs. Precipitation"/>
          <p:cNvSpPr txBox="1"/>
          <p:nvPr/>
        </p:nvSpPr>
        <p:spPr>
          <a:xfrm>
            <a:off x="381195" y="1322777"/>
            <a:ext cx="3727114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 Temperature vs. Precipitation</a:t>
            </a:r>
          </a:p>
        </p:txBody>
      </p:sp>
      <p:sp>
        <p:nvSpPr>
          <p:cNvPr id="136" name="Statistical Result: Weak/Negative linear correlation.…"/>
          <p:cNvSpPr txBox="1">
            <a:spLocks noGrp="1"/>
          </p:cNvSpPr>
          <p:nvPr>
            <p:ph type="body" idx="1"/>
          </p:nvPr>
        </p:nvSpPr>
        <p:spPr>
          <a:xfrm>
            <a:off x="327864" y="5535773"/>
            <a:ext cx="8229601" cy="1322227"/>
          </a:xfrm>
          <a:prstGeom prst="rect">
            <a:avLst/>
          </a:prstGeom>
        </p:spPr>
        <p:txBody>
          <a:bodyPr/>
          <a:lstStyle/>
          <a:p>
            <a:pPr marL="0" indent="0" defTabSz="355600">
              <a:spcBef>
                <a:spcPts val="0"/>
              </a:spcBef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Statistical Result:</a:t>
            </a:r>
            <a:r>
              <a:rPr dirty="0"/>
              <a:t> Weak/Negative linear correlation</a:t>
            </a:r>
            <a:r>
              <a:rPr lang="en-GB" dirty="0"/>
              <a:t> (R=−0.258).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Observation: </a:t>
            </a:r>
            <a:r>
              <a:rPr dirty="0"/>
              <a:t>The regression line remains relatively flat despite significant warming.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Key insight: </a:t>
            </a:r>
            <a:r>
              <a:rPr dirty="0"/>
              <a:t>Rising temperatures alone do not automatically mean more annual mean rainfall.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endParaRPr dirty="0"/>
          </a:p>
        </p:txBody>
      </p:sp>
      <p:sp>
        <p:nvSpPr>
          <p:cNvPr id="137" name="Title 1"/>
          <p:cNvSpPr txBox="1"/>
          <p:nvPr/>
        </p:nvSpPr>
        <p:spPr>
          <a:xfrm>
            <a:off x="2376258" y="541151"/>
            <a:ext cx="8486601" cy="648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2200" b="1">
                <a:ln w="9525" cap="flat">
                  <a:solidFill>
                    <a:srgbClr val="FFFFFF"/>
                  </a:solidFill>
                  <a:prstDash val="solid"/>
                  <a:round/>
                </a:ln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Section 2: Correlation &amp; Statistical 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Content Placeholder 10" descr="Content Placeholder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743835"/>
            <a:ext cx="6032329" cy="3633789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Humidity vs. Precipitation"/>
          <p:cNvSpPr txBox="1"/>
          <p:nvPr/>
        </p:nvSpPr>
        <p:spPr>
          <a:xfrm>
            <a:off x="393630" y="1306609"/>
            <a:ext cx="3364469" cy="375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 Humidity vs. Precipitation </a:t>
            </a:r>
          </a:p>
        </p:txBody>
      </p:sp>
      <p:sp>
        <p:nvSpPr>
          <p:cNvPr id="141" name="Title 1"/>
          <p:cNvSpPr txBox="1"/>
          <p:nvPr/>
        </p:nvSpPr>
        <p:spPr>
          <a:xfrm>
            <a:off x="2376258" y="541151"/>
            <a:ext cx="8486601" cy="648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2200" b="1">
                <a:ln w="9525" cap="flat">
                  <a:solidFill>
                    <a:srgbClr val="FFFFFF"/>
                  </a:solidFill>
                  <a:prstDash val="solid"/>
                  <a:round/>
                </a:ln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Section 2: Correlation &amp; Statistical  Analysis</a:t>
            </a:r>
          </a:p>
        </p:txBody>
      </p:sp>
      <p:sp>
        <p:nvSpPr>
          <p:cNvPr id="142" name="Statistical Result: Very weak correlation (R=−0.14).…"/>
          <p:cNvSpPr txBox="1">
            <a:spLocks noGrp="1"/>
          </p:cNvSpPr>
          <p:nvPr>
            <p:ph type="body" idx="1"/>
          </p:nvPr>
        </p:nvSpPr>
        <p:spPr>
          <a:xfrm>
            <a:off x="327864" y="5439617"/>
            <a:ext cx="8229601" cy="1418383"/>
          </a:xfrm>
          <a:prstGeom prst="rect">
            <a:avLst/>
          </a:prstGeom>
        </p:spPr>
        <p:txBody>
          <a:bodyPr/>
          <a:lstStyle/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Statistical Result:</a:t>
            </a:r>
            <a:r>
              <a:rPr dirty="0"/>
              <a:t> Very weak correlation (R=−0.14).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Observation: </a:t>
            </a:r>
            <a:r>
              <a:rPr dirty="0"/>
              <a:t>Increased water availability in the atmosphere does not result in a steady increase in mean precipitation.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r>
              <a:rPr b="1" dirty="0"/>
              <a:t>Key Shift: </a:t>
            </a:r>
            <a:r>
              <a:rPr dirty="0"/>
              <a:t>Suggests that moisture is likely released through extreme bursts rather than steady rain.</a:t>
            </a:r>
          </a:p>
          <a:p>
            <a:pPr marL="0" indent="0" defTabSz="355600">
              <a:spcBef>
                <a:spcPts val="0"/>
              </a:spcBef>
              <a:buSzTx/>
              <a:buFontTx/>
              <a:buNone/>
              <a:defRPr sz="1800">
                <a:latin typeface="+mn-lt"/>
                <a:ea typeface="+mn-ea"/>
                <a:cs typeface="+mn-cs"/>
                <a:sym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504056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Frequency of extreme precipitation events</a:t>
            </a:r>
            <a:endParaRPr lang="en-GB" sz="1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72816"/>
            <a:ext cx="6552728" cy="3136931"/>
          </a:xfr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39552" y="4989075"/>
            <a:ext cx="79928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Trend assessment: </a:t>
            </a:r>
            <a:r>
              <a:rPr lang="en-GB" sz="12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No clear linear upward/downward trend is discernible.</a:t>
            </a:r>
            <a:endParaRPr lang="en-US" altLang="zh-CN" sz="1200" dirty="0"/>
          </a:p>
          <a:p>
            <a:endParaRPr lang="en-GB" sz="1200" b="1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r>
              <a:rPr lang="en-GB" sz="12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High interannual variability: </a:t>
            </a:r>
            <a:r>
              <a:rPr lang="en-GB" sz="12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The number of extreme precipitation days exhibits sharp ups and downs throughout the forecast period. </a:t>
            </a:r>
          </a:p>
          <a:p>
            <a:endParaRPr lang="en-GB" sz="12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r>
              <a:rPr lang="en-GB" sz="12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Critical high-risk period: </a:t>
            </a:r>
            <a:r>
              <a:rPr lang="en-GB" sz="12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A highly significant peak emerges in the early to mid 2030s, indicating a much higher frequency than the historical average.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392400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Intensity of extreme precipitation events</a:t>
            </a:r>
            <a:endParaRPr lang="en-GB" sz="1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80" y="1854610"/>
            <a:ext cx="6758408" cy="3148780"/>
          </a:xfr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607050" y="138557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200"/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D0E0A8F6-2655-435B-8926-424E1E96C596}"/>
              </a:ext>
            </a:extLst>
          </p:cNvPr>
          <p:cNvSpPr txBox="1"/>
          <p:nvPr/>
        </p:nvSpPr>
        <p:spPr>
          <a:xfrm>
            <a:off x="323528" y="5113299"/>
            <a:ext cx="8115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Trend assessment: </a:t>
            </a:r>
            <a:r>
              <a:rPr lang="en-GB" sz="12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There is </a:t>
            </a:r>
            <a:r>
              <a:rPr lang="en-GB" sz="12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n</a:t>
            </a:r>
            <a:r>
              <a:rPr lang="en-GB" sz="12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o clear continuous intensity increase/decrease over the years.</a:t>
            </a:r>
            <a:endParaRPr lang="en-US" altLang="zh-CN" sz="1200" dirty="0"/>
          </a:p>
          <a:p>
            <a:endParaRPr lang="en-GB" sz="12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r>
              <a:rPr lang="en-GB" sz="12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Outbreak of extreme intensity: </a:t>
            </a:r>
            <a:r>
              <a:rPr lang="en-GB" sz="12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Mid 2030s, indicates an extremely prominent peak in precipitation intensity far exceeding the historical and future average baselines.</a:t>
            </a:r>
          </a:p>
          <a:p>
            <a:endParaRPr lang="en-GB" sz="12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r>
              <a:rPr lang="en-GB" sz="12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Implication: </a:t>
            </a:r>
            <a:r>
              <a:rPr lang="en-GB" sz="12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This poses a risk to the occurrence of flash flooding.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6B41A3-354D-E03F-EB0E-9560A00B0FF3}"/>
              </a:ext>
            </a:extLst>
          </p:cNvPr>
          <p:cNvSpPr/>
          <p:nvPr/>
        </p:nvSpPr>
        <p:spPr>
          <a:xfrm>
            <a:off x="0" y="1196752"/>
            <a:ext cx="9180512" cy="5661248"/>
          </a:xfrm>
          <a:prstGeom prst="roundRect">
            <a:avLst/>
          </a:prstGeom>
          <a:solidFill>
            <a:srgbClr val="7030A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7910536" cy="432048"/>
          </a:xfrm>
        </p:spPr>
        <p:txBody>
          <a:bodyPr/>
          <a:lstStyle/>
          <a:p>
            <a:r>
              <a:rPr lang="en-US" sz="2800" dirty="0"/>
              <a:t>Conclusion</a:t>
            </a:r>
            <a:endParaRPr lang="en-GB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724" y="1667084"/>
            <a:ext cx="8784976" cy="1440160"/>
          </a:xfrm>
          <a:noFill/>
          <a:ln>
            <a:noFill/>
          </a:ln>
        </p:spPr>
        <p:txBody>
          <a:bodyPr/>
          <a:lstStyle/>
          <a:p>
            <a:pPr marL="0" indent="0" algn="just">
              <a:buNone/>
            </a:pPr>
            <a:r>
              <a:rPr lang="en-GB" sz="2400" dirty="0">
                <a:effectLst/>
                <a:ea typeface="Times New Roman" panose="02020603050405020304" pitchFamily="18" charset="0"/>
              </a:rPr>
              <a:t>The study demonstrates that regional warming leads to a clear increase in atmospheric moisture. However, increased moisture does not produce a proportional increase in mean annual precipitation. Instead, rainfall appears to become more variable and more intense during extreme events</a:t>
            </a: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dirty="0"/>
              <a:t> The peak in intensity poses a severe risk of flash flooding.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517871-9E52-FF00-2C18-FDA7ADF72F7E}"/>
              </a:ext>
            </a:extLst>
          </p:cNvPr>
          <p:cNvSpPr txBox="1">
            <a:spLocks/>
          </p:cNvSpPr>
          <p:nvPr/>
        </p:nvSpPr>
        <p:spPr bwMode="auto">
          <a:xfrm>
            <a:off x="395536" y="4038788"/>
            <a:ext cx="791053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sz="2800" dirty="0"/>
              <a:t>L</a:t>
            </a:r>
            <a:r>
              <a:rPr lang="en-US" altLang="zh-CN" sz="2800" dirty="0"/>
              <a:t>imitations</a:t>
            </a:r>
            <a:endParaRPr lang="en-GB" sz="2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EFE2D0-3CDF-C53E-0041-3E8137C22C21}"/>
              </a:ext>
            </a:extLst>
          </p:cNvPr>
          <p:cNvSpPr txBox="1">
            <a:spLocks/>
          </p:cNvSpPr>
          <p:nvPr/>
        </p:nvSpPr>
        <p:spPr bwMode="auto">
          <a:xfrm>
            <a:off x="234724" y="4509120"/>
            <a:ext cx="8784976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dirty="0"/>
              <a:t>I.  Both the frequency and intensity of extreme precipitation exhibit sharp</a:t>
            </a:r>
          </a:p>
          <a:p>
            <a:pPr marL="0" indent="0" algn="just">
              <a:buNone/>
            </a:pPr>
            <a:r>
              <a:rPr lang="en-US" altLang="zh-CN" sz="2000" dirty="0"/>
              <a:t>fluctuations, making it difficult to establish a clear long-term linear projection trend.</a:t>
            </a:r>
          </a:p>
          <a:p>
            <a:pPr marL="0" indent="0" algn="just">
              <a:buNone/>
            </a:pPr>
            <a:r>
              <a:rPr lang="en-US" altLang="zh-CN" sz="2000" dirty="0"/>
              <a:t>II. The conclusions are highly dependent on specific projection scenarios for the 2006–2080 period and may not encompass all potential climate change pathways.</a:t>
            </a:r>
            <a:endParaRPr lang="en-US" sz="2000" dirty="0"/>
          </a:p>
          <a:p>
            <a:endParaRPr lang="en-US" sz="2400" dirty="0"/>
          </a:p>
          <a:p>
            <a:pPr marL="0" indent="0">
              <a:buFont typeface="Arial" pitchFamily="34" charset="0"/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28994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2DE4E-B723-020C-4309-018F7396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70E284-E23A-DEA4-AE71-8B6C29880051}"/>
              </a:ext>
            </a:extLst>
          </p:cNvPr>
          <p:cNvSpPr/>
          <p:nvPr/>
        </p:nvSpPr>
        <p:spPr>
          <a:xfrm>
            <a:off x="-5618" y="5395022"/>
            <a:ext cx="9019700" cy="1332698"/>
          </a:xfrm>
          <a:prstGeom prst="roundRect">
            <a:avLst/>
          </a:prstGeom>
          <a:solidFill>
            <a:srgbClr val="7030A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44E0CC-FA42-7846-E4DE-3116E9DDFF12}"/>
              </a:ext>
            </a:extLst>
          </p:cNvPr>
          <p:cNvSpPr/>
          <p:nvPr/>
        </p:nvSpPr>
        <p:spPr>
          <a:xfrm>
            <a:off x="17102" y="3763044"/>
            <a:ext cx="9019700" cy="1600714"/>
          </a:xfrm>
          <a:prstGeom prst="roundRect">
            <a:avLst/>
          </a:prstGeom>
          <a:solidFill>
            <a:srgbClr val="7030A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D83CA1C-FFBB-758A-A75D-EFCEEF2B3C59}"/>
              </a:ext>
            </a:extLst>
          </p:cNvPr>
          <p:cNvSpPr/>
          <p:nvPr/>
        </p:nvSpPr>
        <p:spPr>
          <a:xfrm>
            <a:off x="22691" y="1268760"/>
            <a:ext cx="9019700" cy="2515671"/>
          </a:xfrm>
          <a:prstGeom prst="roundRect">
            <a:avLst/>
          </a:prstGeom>
          <a:solidFill>
            <a:srgbClr val="7030A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6D015-3614-D5F4-DBE1-87A67FF4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760" y="601772"/>
            <a:ext cx="7910536" cy="432048"/>
          </a:xfrm>
        </p:spPr>
        <p:txBody>
          <a:bodyPr/>
          <a:lstStyle/>
          <a:p>
            <a:r>
              <a:rPr lang="en-US" sz="2800" dirty="0"/>
              <a:t>Recommendations</a:t>
            </a:r>
            <a:endParaRPr lang="en-GB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B76B8-C5EB-C0D1-1F17-70B58861C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40768"/>
            <a:ext cx="8784976" cy="5400600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GB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reduce flash flood risk, adaptation strategies should prioritise</a:t>
            </a:r>
          </a:p>
          <a:p>
            <a:pPr marL="0" indent="0">
              <a:buNone/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I.</a:t>
            </a: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lood-resilient infrastructure</a:t>
            </a:r>
            <a:endParaRPr lang="en-GB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dirty="0"/>
              <a:t>Develop </a:t>
            </a:r>
            <a:r>
              <a:rPr lang="en-US" altLang="zh-CN" sz="1800" b="1" dirty="0"/>
              <a:t>'Sponge City'</a:t>
            </a:r>
            <a:r>
              <a:rPr lang="en-US" altLang="zh-CN" sz="1800" dirty="0"/>
              <a:t> infrastructure by implementing </a:t>
            </a:r>
            <a:r>
              <a:rPr lang="en-US" altLang="zh-CN" sz="1800" b="1" dirty="0"/>
              <a:t>permeable pavements</a:t>
            </a:r>
            <a:r>
              <a:rPr lang="en-US" altLang="zh-CN" sz="1800" dirty="0"/>
              <a:t>, </a:t>
            </a:r>
            <a:r>
              <a:rPr lang="en-US" altLang="zh-CN" sz="1800" b="1" dirty="0"/>
              <a:t>green roofs</a:t>
            </a:r>
            <a:r>
              <a:rPr lang="en-US" altLang="zh-CN" sz="1800" dirty="0"/>
              <a:t>, and </a:t>
            </a:r>
            <a:r>
              <a:rPr lang="en-US" altLang="zh-CN" sz="1800" b="1" dirty="0"/>
              <a:t>constructed wetlands</a:t>
            </a:r>
            <a:r>
              <a:rPr lang="en-US" altLang="zh-CN" sz="1800" dirty="0"/>
              <a:t> to capture rainwater and mitigate surface runoff pressure.</a:t>
            </a:r>
          </a:p>
          <a:p>
            <a:pPr marL="0" indent="0">
              <a:buNone/>
            </a:pPr>
            <a:r>
              <a:rPr lang="en-US" altLang="zh-CN" sz="1800" b="1" dirty="0"/>
              <a:t>Improve engineering design standards </a:t>
            </a:r>
            <a:r>
              <a:rPr lang="en-US" altLang="zh-CN" sz="1800" dirty="0"/>
              <a:t>for all public infrastructure to withstand higher "Extreme Rainfall Intensity" baselines.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II. Improved drainage systems</a:t>
            </a:r>
          </a:p>
          <a:p>
            <a:pPr marL="0" indent="0">
              <a:buNone/>
            </a:pPr>
            <a:r>
              <a:rPr lang="en-US" altLang="zh-CN" sz="1800" dirty="0"/>
              <a:t>Upgrade and expand ageing </a:t>
            </a:r>
            <a:r>
              <a:rPr lang="en-US" altLang="zh-CN" sz="1800" b="1" dirty="0"/>
              <a:t>urban drainage networks </a:t>
            </a:r>
            <a:r>
              <a:rPr lang="en-US" altLang="zh-CN" sz="1800" dirty="0"/>
              <a:t>while introducing </a:t>
            </a:r>
            <a:r>
              <a:rPr lang="en-US" altLang="zh-CN" sz="1800" b="1" dirty="0"/>
              <a:t>real-time monitoring systems</a:t>
            </a:r>
            <a:r>
              <a:rPr lang="en-US" altLang="zh-CN" sz="1800" dirty="0"/>
              <a:t> to pre-emptively drain scenic lakes or detention basins based on precipitation forecasts, thereby increasing storage capacity</a:t>
            </a:r>
          </a:p>
          <a:p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III. Early warning mechanisms</a:t>
            </a:r>
          </a:p>
          <a:p>
            <a:pPr marL="0" indent="0">
              <a:buNone/>
            </a:pPr>
            <a:r>
              <a:rPr lang="en-US" altLang="zh-CN" sz="1800" dirty="0"/>
              <a:t>Upgrade ageing drainage networks and implement "Smart Reservoirs" with real-time monitoring to pre-emptively manage water levels.</a:t>
            </a:r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1126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74C7D-D965-4FF8-A426-FE9AE9D17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12776"/>
            <a:ext cx="6984776" cy="5256583"/>
          </a:xfr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22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632</TotalTime>
  <Words>837</Words>
  <Application>Microsoft Office PowerPoint</Application>
  <PresentationFormat>On-screen Show (4:3)</PresentationFormat>
  <Paragraphs>88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Introduction</vt:lpstr>
      <vt:lpstr>Section 1: Time - Series Trend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Frequency of extreme precipitation events</vt:lpstr>
      <vt:lpstr>Intensity of extreme precipitation events</vt:lpstr>
      <vt:lpstr>Conclusion</vt:lpstr>
      <vt:lpstr>Recommendations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MZYSSPB2</dc:creator>
  <cp:lastModifiedBy>Emmanuel Julius</cp:lastModifiedBy>
  <cp:revision>41</cp:revision>
  <dcterms:created xsi:type="dcterms:W3CDTF">2012-06-12T15:56:20Z</dcterms:created>
  <dcterms:modified xsi:type="dcterms:W3CDTF">2026-02-24T13:22:54Z</dcterms:modified>
</cp:coreProperties>
</file>